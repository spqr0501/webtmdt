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32858798d9471d" /><Relationship Type="http://schemas.openxmlformats.org/officeDocument/2006/relationships/extended-properties" Target="/docProps/app.xml" Id="R0d4e6c23983641ff" /><Relationship Type="http://schemas.openxmlformats.org/officeDocument/2006/relationships/officeDocument" Target="/ppt/presentation.xml" Id="Rcc3447309d814858" /></Relationships>
</file>

<file path=ppt/presentation.xml><?xml version="1.0" encoding="utf-8"?>
<p:presentation xmlns:p="http://schemas.openxmlformats.org/presentationml/2006/main">
  <p:sldMasterIdLst>
    <p:sldMasterId xmlns:r="http://schemas.openxmlformats.org/officeDocument/2006/relationships" id="2147483648" r:id="R19e6da2e0fe742e1"/>
  </p:sldMasterIdLst>
  <p:notesMasterIdLst>
    <p:notesMasterId xmlns:r="http://schemas.openxmlformats.org/officeDocument/2006/relationships" r:id="R4356d3a2674643fe"/>
  </p:notesMasterIdLst>
  <p:sldIdLst>
    <p:sldId xmlns:r="http://schemas.openxmlformats.org/officeDocument/2006/relationships" id="256" r:id="Rf6b0d1bdffaf4095"/>
    <p:sldId xmlns:r="http://schemas.openxmlformats.org/officeDocument/2006/relationships" id="257" r:id="Rd7743a56a5c94a83"/>
    <p:sldId xmlns:r="http://schemas.openxmlformats.org/officeDocument/2006/relationships" id="258" r:id="R01015685b2b54228"/>
    <p:sldId xmlns:r="http://schemas.openxmlformats.org/officeDocument/2006/relationships" id="259" r:id="R927af7db3d1f42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5b25a0f72b45b0" /><Relationship Type="http://schemas.openxmlformats.org/officeDocument/2006/relationships/slideMaster" Target="/ppt/slideMasters/slideMaster1.xml" Id="R19e6da2e0fe742e1" /><Relationship Type="http://schemas.openxmlformats.org/officeDocument/2006/relationships/notesMaster" Target="/ppt/notesMasters/notesMaster1.xml" Id="R4356d3a2674643fe" /><Relationship Type="http://schemas.openxmlformats.org/officeDocument/2006/relationships/presProps" Target="/ppt/presProps.xml" Id="R6666c313f39341f9" /><Relationship Type="http://schemas.openxmlformats.org/officeDocument/2006/relationships/tableStyles" Target="/ppt/tableStyles.xml" Id="R112ceb3d2aa64fa9" /><Relationship Type="http://schemas.openxmlformats.org/officeDocument/2006/relationships/slide" Target="/ppt/slides/slide1.xml" Id="Rf6b0d1bdffaf4095" /><Relationship Type="http://schemas.openxmlformats.org/officeDocument/2006/relationships/slide" Target="/ppt/slides/slide2.xml" Id="Rd7743a56a5c94a83" /><Relationship Type="http://schemas.openxmlformats.org/officeDocument/2006/relationships/slide" Target="/ppt/slides/slide3.xml" Id="R01015685b2b54228" /><Relationship Type="http://schemas.openxmlformats.org/officeDocument/2006/relationships/slide" Target="/ppt/slides/slide4.xml" Id="R927af7db3d1f42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1b1c35927a4f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a4a38c006340c8" /><Relationship Type="http://schemas.openxmlformats.org/officeDocument/2006/relationships/notesMaster" Target="/ppt/notesMasters/notesMaster1.xml" Id="R4c7c6ed2b3db49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c222e8b2d94d1a" /><Relationship Type="http://schemas.openxmlformats.org/officeDocument/2006/relationships/notesMaster" Target="/ppt/notesMasters/notesMaster1.xml" Id="R2da421724aa94a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a95710ae0b4d76" /><Relationship Type="http://schemas.openxmlformats.org/officeDocument/2006/relationships/notesMaster" Target="/ppt/notesMasters/notesMaster1.xml" Id="R1e743b78f10244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638815cd244b2a" /><Relationship Type="http://schemas.openxmlformats.org/officeDocument/2006/relationships/notesMaster" Target="/ppt/notesMasters/notesMaster1.xml" Id="Rabbee9f1b6ae4b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đơn nhận tại cửa hàng đã sẵn sàng, cọc 50%. Khách mở QR, admin vào /admin/pickup tải ảnh QR hoặc dán mã. Thử bàn giao khi thiếu tiền, sau đó ghi nhận thu đủ bằng dữ liệu mô phỏng và xác nhận nhận bánh. Tra lại mã để thấy đơn đã hoàn thành. QR nhận bánh không phải QR thanh toán. Nguồn: PickupService.java, OrderService.java, PaymentPolicy.java.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tài khoản có sẵn bánh trong giỏ. Thêm bánh khi chưa đăng nhập, đăng nhập để gộp giỏ. Đăng nhập cùng tài khoản ở trình duyệt thứ hai và tải lại giỏ. Giỏ chưa giữ kho, hệ thống kiểm tra tồn và giá khi đặt. Nguồn: CartService.java, PersistentCartStore.java.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giỏ đủ 300000 đồng tiền bánh, tài khoản còn lượt NGOT50K, mã còn hiệu lực. Thử HETHAN10 trước để thấy từ chối. Voucher không giảm phụ kiện hay phí giao hàng, không cộng nhiều mã. Hủy đơn không hoàn lượt. Mã hết hạn tự hiển thị Đã hết hạn trong admin và không hiện trang chủ. Nguồn: VoucherService.java, OrderService.java, Voucher.java, BONG_BAKERY_SQL_SERVER.sql.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đơn chờ xác nhận đã có phiếu thu mô phỏng. Khách hủy, kiểm tra hoàn kho. Admin mở /admin/refunds, thử gửi thiếu xác nhận hoặc mã giao dịch. Sau khi ghi đủ bằng chứng hoàn, kiểm tra số còn phải hoàn. Đây là dữ liệu mô phỏng. Chưa tự gọi Stripe Refund: admin hoàn qua ngân hàng hoặc Stripe Dashboard rồi ghi nhận. Nguồn: OrderService.java, PaymentService.java, RefundController.java.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9df72c370e45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aee0fe9a044c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2c921d933f4e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f01e3c48c54b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6ac4e79e7f41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8183b3e84e44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18E12A-A636-4DEA-90D2-204C5AB13C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A52229-3745-4093-8A7E-8320DD4D61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97533B-E324-461E-AE59-89EDD0A2B5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EAC9B1-6177-4C3D-AC7A-74D623326E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E08EDE-3E0F-4E6D-B413-C2A4A3EA58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170109-5620-4295-99BD-64D362F0C6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CA241D-274B-427E-BF1A-2AF23D6157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980967-9D40-43F1-B196-FEFB988A6C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542001-CAF4-4FE4-8FF4-734B90729C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5FE99D-9D15-4D14-87EF-9B5368C2AE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1a848db9e54440" /><Relationship Type="http://schemas.openxmlformats.org/officeDocument/2006/relationships/slideLayout" Target="/ppt/slideLayouts/slideLayout1.xml" Id="Rd5845b998a00454d" /><Relationship Type="http://schemas.openxmlformats.org/officeDocument/2006/relationships/slideLayout" Target="/ppt/slideLayouts/slideLayout2.xml" Id="R7d8639769cac434c" /><Relationship Type="http://schemas.openxmlformats.org/officeDocument/2006/relationships/slideLayout" Target="/ppt/slideLayouts/slideLayout3.xml" Id="Rd0a9cebec3004517" /><Relationship Type="http://schemas.openxmlformats.org/officeDocument/2006/relationships/slideLayout" Target="/ppt/slideLayouts/slideLayout4.xml" Id="R856a092412c44a63" /><Relationship Type="http://schemas.openxmlformats.org/officeDocument/2006/relationships/slideLayout" Target="/ppt/slideLayouts/slideLayout5.xml" Id="Rbd574ed597bd4519" /><Relationship Type="http://schemas.openxmlformats.org/officeDocument/2006/relationships/slideLayout" Target="/ppt/slideLayouts/slideLayout6.xml" Id="R9c08d056c01043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845b998a00454d"/>
    <p:sldLayoutId xmlns:r="http://schemas.openxmlformats.org/officeDocument/2006/relationships" id="2147483650" r:id="R7d8639769cac434c"/>
    <p:sldLayoutId xmlns:r="http://schemas.openxmlformats.org/officeDocument/2006/relationships" id="2147483651" r:id="Rd0a9cebec3004517"/>
    <p:sldLayoutId xmlns:r="http://schemas.openxmlformats.org/officeDocument/2006/relationships" id="2147483652" r:id="R856a092412c44a63"/>
    <p:sldLayoutId xmlns:r="http://schemas.openxmlformats.org/officeDocument/2006/relationships" id="2147483653" r:id="Rbd574ed597bd4519"/>
    <p:sldLayoutId xmlns:r="http://schemas.openxmlformats.org/officeDocument/2006/relationships" id="2147483654" r:id="R9c08d056c01043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1deb0c23f644c3" /><Relationship Type="http://schemas.openxmlformats.org/officeDocument/2006/relationships/notesSlide" Target="/ppt/notesSlides/notesSlide1.xml" Id="Rbbc10a93f1304c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1192c9087f4dca" /><Relationship Type="http://schemas.openxmlformats.org/officeDocument/2006/relationships/notesSlide" Target="/ppt/notesSlides/notesSlide2.xml" Id="R1ac3cd26982244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7ff3609ce94c7e" /><Relationship Type="http://schemas.openxmlformats.org/officeDocument/2006/relationships/notesSlide" Target="/ppt/notesSlides/notesSlide3.xml" Id="R46e77251cd9a4c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637e4fa2f4848fb" /><Relationship Type="http://schemas.openxmlformats.org/officeDocument/2006/relationships/notesSlide" Target="/ppt/notesSlides/notesSlide4.xml" Id="R67f12bec00a147e9" /></Relationships>
</file>

<file path=ppt/slides/slide1.xml><?xml version="1.0" encoding="utf-8"?>
<p:sld xmlns:p="http://schemas.openxmlformats.org/presentationml/2006/main">
  <p:cSld>
    <p:bg>
      <p:bgPr>
        <a:solidFill xmlns:a="http://schemas.openxmlformats.org/drawingml/2006/main">
          <a:srgbClr val="FFF5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305397-5BF9-4FD6-AC10-8F2BDC08A5DB}"/>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C2D64"/>
                </a:solidFill>
                <a:latin typeface="Arial"/>
                <a:ea typeface="Arial"/>
                <a:cs typeface="Arial"/>
              </a:defRPr>
            </a:defPPr>
            <a:lvl1pPr>
              <a:defRPr sz="1425" b="1">
                <a:solidFill>
                  <a:srgbClr val="AC2D64"/>
                </a:solidFill>
                <a:latin typeface="Arial"/>
                <a:ea typeface="Arial"/>
                <a:cs typeface="Arial"/>
              </a:defRPr>
            </a:lvl1pPr>
            <a:lvl2pPr>
              <a:defRPr sz="1425" b="1">
                <a:solidFill>
                  <a:srgbClr val="AC2D64"/>
                </a:solidFill>
                <a:latin typeface="Arial"/>
                <a:ea typeface="Arial"/>
                <a:cs typeface="Arial"/>
              </a:defRPr>
            </a:lvl2pPr>
            <a:lvl3pPr>
              <a:defRPr sz="1425" b="1">
                <a:solidFill>
                  <a:srgbClr val="AC2D64"/>
                </a:solidFill>
                <a:latin typeface="Arial"/>
                <a:ea typeface="Arial"/>
                <a:cs typeface="Arial"/>
              </a:defRPr>
            </a:lvl3pPr>
            <a:lvl4pPr>
              <a:defRPr sz="1425" b="1">
                <a:solidFill>
                  <a:srgbClr val="AC2D64"/>
                </a:solidFill>
                <a:latin typeface="Arial"/>
                <a:ea typeface="Arial"/>
                <a:cs typeface="Arial"/>
              </a:defRPr>
            </a:lvl4pPr>
            <a:lvl5pPr>
              <a:defRPr sz="1425" b="1">
                <a:solidFill>
                  <a:srgbClr val="AC2D64"/>
                </a:solidFill>
                <a:latin typeface="Arial"/>
                <a:ea typeface="Arial"/>
                <a:cs typeface="Arial"/>
              </a:defRPr>
            </a:lvl5pPr>
            <a:lvl6pPr>
              <a:defRPr sz="1425" b="1">
                <a:solidFill>
                  <a:srgbClr val="AC2D64"/>
                </a:solidFill>
                <a:latin typeface="Arial"/>
                <a:ea typeface="Arial"/>
                <a:cs typeface="Arial"/>
              </a:defRPr>
            </a:lvl6pPr>
            <a:lvl7pPr>
              <a:defRPr sz="1425" b="1">
                <a:solidFill>
                  <a:srgbClr val="AC2D64"/>
                </a:solidFill>
                <a:latin typeface="Arial"/>
                <a:ea typeface="Arial"/>
                <a:cs typeface="Arial"/>
              </a:defRPr>
            </a:lvl7pPr>
            <a:lvl8pPr>
              <a:defRPr sz="1425" b="1">
                <a:solidFill>
                  <a:srgbClr val="AC2D64"/>
                </a:solidFill>
                <a:latin typeface="Arial"/>
                <a:ea typeface="Arial"/>
                <a:cs typeface="Arial"/>
              </a:defRPr>
            </a:lvl8pPr>
            <a:lvl9pPr>
              <a:defRPr sz="1425" b="1">
                <a:solidFill>
                  <a:srgbClr val="AC2D64"/>
                </a:solidFill>
                <a:latin typeface="Arial"/>
                <a:ea typeface="Arial"/>
                <a:cs typeface="Arial"/>
              </a:defRPr>
            </a:lvl9pPr>
          </a:lstStyle>
          <a:p xmlns:a="http://schemas.openxmlformats.org/drawingml/2006/main">
            <a:pPr>
              <a:defRPr sz="1425" b="1">
                <a:solidFill>
                  <a:srgbClr val="AC2D64"/>
                </a:solidFill>
                <a:latin typeface="Arial"/>
                <a:ea typeface="Arial"/>
                <a:cs typeface="Arial"/>
              </a:defRPr>
            </a:pPr>
            <a:r>
              <a:rPr sz="1425" b="1">
                <a:solidFill>
                  <a:srgbClr val="AC2D64"/>
                </a:solidFill>
                <a:latin typeface="Arial"/>
                <a:ea typeface="Arial"/>
                <a:cs typeface="Arial"/>
              </a:rPr>
              <a:t>BÓNG BAKERY / QUYẾT ĐỊNH THIẾT KẾ</a:t>
            </a:r>
          </a:p>
        </p:txBody>
      </p:sp>
      <p:sp>
        <p:nvSpPr>
          <p:cNvPr id="2" name="">
            <a:extLst xmlns:a="http://schemas.openxmlformats.org/drawingml/2006/main">
              <a:ext uri="{FF2B5EF4-FFF2-40B4-BE49-F238E27FC236}">
                <a16:creationId xmlns:a16="http://schemas.microsoft.com/office/drawing/2014/main" id="{5A8AFC2B-27E9-4B9C-96BA-3FE062945C2E}"/>
              </a:ext>
            </a:extLst>
          </p:cNvPr>
          <p:cNvSpPr>
            <a:spLocks xmlns:a="http://schemas.openxmlformats.org/drawingml/2006/main" noGrp="1"/>
          </p:cNvSpPr>
          <p:nvPr/>
        </p:nvSpPr>
        <p:spPr>
          <a:xfrm xmlns:a="http://schemas.openxmlformats.org/drawingml/2006/main">
            <a:off x="609600" y="990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61233E"/>
                </a:solidFill>
                <a:latin typeface="Arial"/>
                <a:ea typeface="Arial"/>
                <a:cs typeface="Arial"/>
              </a:defRPr>
            </a:defPPr>
            <a:lvl1pPr>
              <a:defRPr sz="3225" b="1">
                <a:solidFill>
                  <a:srgbClr val="61233E"/>
                </a:solidFill>
                <a:latin typeface="Arial"/>
                <a:ea typeface="Arial"/>
                <a:cs typeface="Arial"/>
              </a:defRPr>
            </a:lvl1pPr>
            <a:lvl2pPr>
              <a:defRPr sz="3225" b="1">
                <a:solidFill>
                  <a:srgbClr val="61233E"/>
                </a:solidFill>
                <a:latin typeface="Arial"/>
                <a:ea typeface="Arial"/>
                <a:cs typeface="Arial"/>
              </a:defRPr>
            </a:lvl2pPr>
            <a:lvl3pPr>
              <a:defRPr sz="3225" b="1">
                <a:solidFill>
                  <a:srgbClr val="61233E"/>
                </a:solidFill>
                <a:latin typeface="Arial"/>
                <a:ea typeface="Arial"/>
                <a:cs typeface="Arial"/>
              </a:defRPr>
            </a:lvl3pPr>
            <a:lvl4pPr>
              <a:defRPr sz="3225" b="1">
                <a:solidFill>
                  <a:srgbClr val="61233E"/>
                </a:solidFill>
                <a:latin typeface="Arial"/>
                <a:ea typeface="Arial"/>
                <a:cs typeface="Arial"/>
              </a:defRPr>
            </a:lvl4pPr>
            <a:lvl5pPr>
              <a:defRPr sz="3225" b="1">
                <a:solidFill>
                  <a:srgbClr val="61233E"/>
                </a:solidFill>
                <a:latin typeface="Arial"/>
                <a:ea typeface="Arial"/>
                <a:cs typeface="Arial"/>
              </a:defRPr>
            </a:lvl5pPr>
            <a:lvl6pPr>
              <a:defRPr sz="3225" b="1">
                <a:solidFill>
                  <a:srgbClr val="61233E"/>
                </a:solidFill>
                <a:latin typeface="Arial"/>
                <a:ea typeface="Arial"/>
                <a:cs typeface="Arial"/>
              </a:defRPr>
            </a:lvl6pPr>
            <a:lvl7pPr>
              <a:defRPr sz="3225" b="1">
                <a:solidFill>
                  <a:srgbClr val="61233E"/>
                </a:solidFill>
                <a:latin typeface="Arial"/>
                <a:ea typeface="Arial"/>
                <a:cs typeface="Arial"/>
              </a:defRPr>
            </a:lvl7pPr>
            <a:lvl8pPr>
              <a:defRPr sz="3225" b="1">
                <a:solidFill>
                  <a:srgbClr val="61233E"/>
                </a:solidFill>
                <a:latin typeface="Arial"/>
                <a:ea typeface="Arial"/>
                <a:cs typeface="Arial"/>
              </a:defRPr>
            </a:lvl8pPr>
            <a:lvl9pPr>
              <a:defRPr sz="3225" b="1">
                <a:solidFill>
                  <a:srgbClr val="61233E"/>
                </a:solidFill>
                <a:latin typeface="Arial"/>
                <a:ea typeface="Arial"/>
                <a:cs typeface="Arial"/>
              </a:defRPr>
            </a:lvl9pPr>
          </a:lstStyle>
          <a:p xmlns:a="http://schemas.openxmlformats.org/drawingml/2006/main">
            <a:pPr>
              <a:defRPr sz="3225" b="1">
                <a:solidFill>
                  <a:srgbClr val="61233E"/>
                </a:solidFill>
                <a:latin typeface="Arial"/>
                <a:ea typeface="Arial"/>
                <a:cs typeface="Arial"/>
              </a:defRPr>
            </a:pPr>
            <a:r>
              <a:rPr sz="3225" b="1">
                <a:solidFill>
                  <a:srgbClr val="61233E"/>
                </a:solidFill>
                <a:latin typeface="Arial"/>
                <a:ea typeface="Arial"/>
                <a:cs typeface="Arial"/>
              </a:rPr>
              <a:t>Nhận bánh tại cửa hàng bằng QR</a:t>
            </a:r>
          </a:p>
        </p:txBody>
      </p:sp>
      <p:sp>
        <p:nvSpPr>
          <p:cNvPr id="3" name="">
            <a:extLst xmlns:a="http://schemas.openxmlformats.org/drawingml/2006/main">
              <a:ext uri="{FF2B5EF4-FFF2-40B4-BE49-F238E27FC236}">
                <a16:creationId xmlns:a16="http://schemas.microsoft.com/office/drawing/2014/main" id="{5BA132A3-3BCB-4A2E-BF46-983C09EDD234}"/>
              </a:ext>
            </a:extLst>
          </p:cNvPr>
          <p:cNvSpPr>
            <a:spLocks xmlns:a="http://schemas.openxmlformats.org/drawingml/2006/main" noGrp="1"/>
          </p:cNvSpPr>
          <p:nvPr/>
        </p:nvSpPr>
        <p:spPr>
          <a:xfrm xmlns:a="http://schemas.openxmlformats.org/drawingml/2006/main">
            <a:off x="609600" y="23241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Quyết định: mỗi đơn nhận tại quán có mã QR riêng.</a:t>
            </a:r>
          </a:p>
        </p:txBody>
      </p:sp>
      <p:sp>
        <p:nvSpPr>
          <p:cNvPr id="4" name="">
            <a:extLst xmlns:a="http://schemas.openxmlformats.org/drawingml/2006/main">
              <a:ext uri="{FF2B5EF4-FFF2-40B4-BE49-F238E27FC236}">
                <a16:creationId xmlns:a16="http://schemas.microsoft.com/office/drawing/2014/main" id="{89C85459-4D5B-431B-A46E-84497A8833A7}"/>
              </a:ext>
            </a:extLst>
          </p:cNvPr>
          <p:cNvSpPr>
            <a:spLocks xmlns:a="http://schemas.openxmlformats.org/drawingml/2006/main" noGrp="1"/>
          </p:cNvSpPr>
          <p:nvPr/>
        </p:nvSpPr>
        <p:spPr>
          <a:xfrm xmlns:a="http://schemas.openxmlformats.org/drawingml/2006/main">
            <a:off x="609600" y="29908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Chỉ bàn giao khi bánh sẵn sàng và đã thanh toán đủ.</a:t>
            </a:r>
          </a:p>
        </p:txBody>
      </p:sp>
      <p:sp>
        <p:nvSpPr>
          <p:cNvPr id="5" name="">
            <a:extLst xmlns:a="http://schemas.openxmlformats.org/drawingml/2006/main">
              <a:ext uri="{FF2B5EF4-FFF2-40B4-BE49-F238E27FC236}">
                <a16:creationId xmlns:a16="http://schemas.microsoft.com/office/drawing/2014/main" id="{26AEE58D-B9E4-415F-9D04-23A5F7DE5CF4}"/>
              </a:ext>
            </a:extLst>
          </p:cNvPr>
          <p:cNvSpPr>
            <a:spLocks xmlns:a="http://schemas.openxmlformats.org/drawingml/2006/main" noGrp="1"/>
          </p:cNvSpPr>
          <p:nvPr/>
        </p:nvSpPr>
        <p:spPr>
          <a:xfrm xmlns:a="http://schemas.openxmlformats.org/drawingml/2006/main">
            <a:off x="609600" y="36576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Kiểm tra mã và trạng thái để tránh giao bánh hai lần.</a:t>
            </a:r>
          </a:p>
        </p:txBody>
      </p:sp>
      <p:sp>
        <p:nvSpPr>
          <p:cNvPr id="6" name="">
            <a:extLst xmlns:a="http://schemas.openxmlformats.org/drawingml/2006/main">
              <a:ext uri="{FF2B5EF4-FFF2-40B4-BE49-F238E27FC236}">
                <a16:creationId xmlns:a16="http://schemas.microsoft.com/office/drawing/2014/main" id="{EFBC0C2E-FCD6-4AF2-BCE8-9682FA2B6F57}"/>
              </a:ext>
            </a:extLst>
          </p:cNvPr>
          <p:cNvSpPr>
            <a:spLocks xmlns:a="http://schemas.openxmlformats.org/drawingml/2006/main" noGrp="1"/>
          </p:cNvSpPr>
          <p:nvPr/>
        </p:nvSpPr>
        <p:spPr>
          <a:xfrm xmlns:a="http://schemas.openxmlformats.org/drawingml/2006/main">
            <a:off x="609600" y="48577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2D64"/>
                </a:solidFill>
                <a:latin typeface="Arial"/>
                <a:ea typeface="Arial"/>
                <a:cs typeface="Arial"/>
              </a:defRPr>
            </a:defPPr>
            <a:lvl1pPr>
              <a:defRPr sz="1875" b="1">
                <a:solidFill>
                  <a:srgbClr val="AC2D64"/>
                </a:solidFill>
                <a:latin typeface="Arial"/>
                <a:ea typeface="Arial"/>
                <a:cs typeface="Arial"/>
              </a:defRPr>
            </a:lvl1pPr>
            <a:lvl2pPr>
              <a:defRPr sz="1875" b="1">
                <a:solidFill>
                  <a:srgbClr val="AC2D64"/>
                </a:solidFill>
                <a:latin typeface="Arial"/>
                <a:ea typeface="Arial"/>
                <a:cs typeface="Arial"/>
              </a:defRPr>
            </a:lvl2pPr>
            <a:lvl3pPr>
              <a:defRPr sz="1875" b="1">
                <a:solidFill>
                  <a:srgbClr val="AC2D64"/>
                </a:solidFill>
                <a:latin typeface="Arial"/>
                <a:ea typeface="Arial"/>
                <a:cs typeface="Arial"/>
              </a:defRPr>
            </a:lvl3pPr>
            <a:lvl4pPr>
              <a:defRPr sz="1875" b="1">
                <a:solidFill>
                  <a:srgbClr val="AC2D64"/>
                </a:solidFill>
                <a:latin typeface="Arial"/>
                <a:ea typeface="Arial"/>
                <a:cs typeface="Arial"/>
              </a:defRPr>
            </a:lvl4pPr>
            <a:lvl5pPr>
              <a:defRPr sz="1875" b="1">
                <a:solidFill>
                  <a:srgbClr val="AC2D64"/>
                </a:solidFill>
                <a:latin typeface="Arial"/>
                <a:ea typeface="Arial"/>
                <a:cs typeface="Arial"/>
              </a:defRPr>
            </a:lvl5pPr>
            <a:lvl6pPr>
              <a:defRPr sz="1875" b="1">
                <a:solidFill>
                  <a:srgbClr val="AC2D64"/>
                </a:solidFill>
                <a:latin typeface="Arial"/>
                <a:ea typeface="Arial"/>
                <a:cs typeface="Arial"/>
              </a:defRPr>
            </a:lvl6pPr>
            <a:lvl7pPr>
              <a:defRPr sz="1875" b="1">
                <a:solidFill>
                  <a:srgbClr val="AC2D64"/>
                </a:solidFill>
                <a:latin typeface="Arial"/>
                <a:ea typeface="Arial"/>
                <a:cs typeface="Arial"/>
              </a:defRPr>
            </a:lvl7pPr>
            <a:lvl8pPr>
              <a:defRPr sz="1875" b="1">
                <a:solidFill>
                  <a:srgbClr val="AC2D64"/>
                </a:solidFill>
                <a:latin typeface="Arial"/>
                <a:ea typeface="Arial"/>
                <a:cs typeface="Arial"/>
              </a:defRPr>
            </a:lvl8pPr>
            <a:lvl9pPr>
              <a:defRPr sz="1875" b="1">
                <a:solidFill>
                  <a:srgbClr val="AC2D64"/>
                </a:solidFill>
                <a:latin typeface="Arial"/>
                <a:ea typeface="Arial"/>
                <a:cs typeface="Arial"/>
              </a:defRPr>
            </a:lvl9pPr>
          </a:lstStyle>
          <a:p xmlns:a="http://schemas.openxmlformats.org/drawingml/2006/main">
            <a:pPr>
              <a:defRPr sz="1875" b="1">
                <a:solidFill>
                  <a:srgbClr val="AC2D64"/>
                </a:solidFill>
                <a:latin typeface="Arial"/>
                <a:ea typeface="Arial"/>
                <a:cs typeface="Arial"/>
              </a:defRPr>
            </a:pPr>
            <a:r>
              <a:rPr sz="1875" b="1">
                <a:solidFill>
                  <a:srgbClr val="AC2D64"/>
                </a:solidFill>
                <a:latin typeface="Arial"/>
                <a:ea typeface="Arial"/>
                <a:cs typeface="Arial"/>
              </a:rPr>
              <a:t>DEMO  Mở QR đơn đã cọc 50%, admin tra cứu mã</a:t>
            </a:r>
          </a:p>
        </p:txBody>
      </p:sp>
      <p:sp>
        <p:nvSpPr>
          <p:cNvPr id="7" name="">
            <a:extLst xmlns:a="http://schemas.openxmlformats.org/drawingml/2006/main">
              <a:ext uri="{FF2B5EF4-FFF2-40B4-BE49-F238E27FC236}">
                <a16:creationId xmlns:a16="http://schemas.microsoft.com/office/drawing/2014/main" id="{66B86646-992B-490A-8401-C2CD64374486}"/>
              </a:ext>
            </a:extLst>
          </p:cNvPr>
          <p:cNvSpPr>
            <a:spLocks xmlns:a="http://schemas.openxmlformats.org/drawingml/2006/main" noGrp="1"/>
          </p:cNvSpPr>
          <p:nvPr/>
        </p:nvSpPr>
        <p:spPr>
          <a:xfrm xmlns:a="http://schemas.openxmlformats.org/drawingml/2006/main">
            <a:off x="609600" y="55054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233E"/>
                </a:solidFill>
                <a:latin typeface="Arial"/>
                <a:ea typeface="Arial"/>
                <a:cs typeface="Arial"/>
              </a:defRPr>
            </a:defPPr>
            <a:lvl1pPr>
              <a:defRPr sz="2025" b="0">
                <a:solidFill>
                  <a:srgbClr val="61233E"/>
                </a:solidFill>
                <a:latin typeface="Arial"/>
                <a:ea typeface="Arial"/>
                <a:cs typeface="Arial"/>
              </a:defRPr>
            </a:lvl1pPr>
            <a:lvl2pPr>
              <a:defRPr sz="2025" b="0">
                <a:solidFill>
                  <a:srgbClr val="61233E"/>
                </a:solidFill>
                <a:latin typeface="Arial"/>
                <a:ea typeface="Arial"/>
                <a:cs typeface="Arial"/>
              </a:defRPr>
            </a:lvl2pPr>
            <a:lvl3pPr>
              <a:defRPr sz="2025" b="0">
                <a:solidFill>
                  <a:srgbClr val="61233E"/>
                </a:solidFill>
                <a:latin typeface="Arial"/>
                <a:ea typeface="Arial"/>
                <a:cs typeface="Arial"/>
              </a:defRPr>
            </a:lvl3pPr>
            <a:lvl4pPr>
              <a:defRPr sz="2025" b="0">
                <a:solidFill>
                  <a:srgbClr val="61233E"/>
                </a:solidFill>
                <a:latin typeface="Arial"/>
                <a:ea typeface="Arial"/>
                <a:cs typeface="Arial"/>
              </a:defRPr>
            </a:lvl4pPr>
            <a:lvl5pPr>
              <a:defRPr sz="2025" b="0">
                <a:solidFill>
                  <a:srgbClr val="61233E"/>
                </a:solidFill>
                <a:latin typeface="Arial"/>
                <a:ea typeface="Arial"/>
                <a:cs typeface="Arial"/>
              </a:defRPr>
            </a:lvl5pPr>
            <a:lvl6pPr>
              <a:defRPr sz="2025" b="0">
                <a:solidFill>
                  <a:srgbClr val="61233E"/>
                </a:solidFill>
                <a:latin typeface="Arial"/>
                <a:ea typeface="Arial"/>
                <a:cs typeface="Arial"/>
              </a:defRPr>
            </a:lvl6pPr>
            <a:lvl7pPr>
              <a:defRPr sz="2025" b="0">
                <a:solidFill>
                  <a:srgbClr val="61233E"/>
                </a:solidFill>
                <a:latin typeface="Arial"/>
                <a:ea typeface="Arial"/>
                <a:cs typeface="Arial"/>
              </a:defRPr>
            </a:lvl7pPr>
            <a:lvl8pPr>
              <a:defRPr sz="2025" b="0">
                <a:solidFill>
                  <a:srgbClr val="61233E"/>
                </a:solidFill>
                <a:latin typeface="Arial"/>
                <a:ea typeface="Arial"/>
                <a:cs typeface="Arial"/>
              </a:defRPr>
            </a:lvl8pPr>
            <a:lvl9pPr>
              <a:defRPr sz="2025" b="0">
                <a:solidFill>
                  <a:srgbClr val="61233E"/>
                </a:solidFill>
                <a:latin typeface="Arial"/>
                <a:ea typeface="Arial"/>
                <a:cs typeface="Arial"/>
              </a:defRPr>
            </a:lvl9pPr>
          </a:lstStyle>
          <a:p xmlns:a="http://schemas.openxmlformats.org/drawingml/2006/main">
            <a:pPr>
              <a:defRPr sz="2025" b="0">
                <a:solidFill>
                  <a:srgbClr val="61233E"/>
                </a:solidFill>
                <a:latin typeface="Arial"/>
                <a:ea typeface="Arial"/>
                <a:cs typeface="Arial"/>
              </a:defRPr>
            </a:pPr>
            <a:r>
              <a:rPr sz="2025" b="0">
                <a:solidFill>
                  <a:srgbClr val="61233E"/>
                </a:solidFill>
                <a:latin typeface="Arial"/>
                <a:ea typeface="Arial"/>
                <a:cs typeface="Arial"/>
              </a:rPr>
              <a:t>Còn thiếu tiền: chặn bàn giao. Thu đủ: xác nhận nhận bánh.</a:t>
            </a:r>
          </a:p>
        </p:txBody>
      </p:sp>
      <p:sp>
        <p:nvSpPr>
          <p:cNvPr id="8" name="">
            <a:extLst xmlns:a="http://schemas.openxmlformats.org/drawingml/2006/main">
              <a:ext uri="{FF2B5EF4-FFF2-40B4-BE49-F238E27FC236}">
                <a16:creationId xmlns:a16="http://schemas.microsoft.com/office/drawing/2014/main" id="{795CEAE0-C040-443E-BBFE-2133F288BB76}"/>
              </a:ext>
            </a:extLst>
          </p:cNvPr>
          <p:cNvSpPr>
            <a:spLocks xmlns:a="http://schemas.openxmlformats.org/drawingml/2006/main" noGrp="1"/>
          </p:cNvSpPr>
          <p:nvPr/>
        </p:nvSpPr>
        <p:spPr>
          <a:xfrm xmlns:a="http://schemas.openxmlformats.org/drawingml/2006/main">
            <a:off x="1066800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8667C"/>
                </a:solidFill>
                <a:latin typeface="Arial"/>
                <a:ea typeface="Arial"/>
                <a:cs typeface="Arial"/>
              </a:defRPr>
            </a:defPPr>
            <a:lvl1pPr>
              <a:defRPr sz="1200" b="0">
                <a:solidFill>
                  <a:srgbClr val="98667C"/>
                </a:solidFill>
                <a:latin typeface="Arial"/>
                <a:ea typeface="Arial"/>
                <a:cs typeface="Arial"/>
              </a:defRPr>
            </a:lvl1pPr>
            <a:lvl2pPr>
              <a:defRPr sz="1200" b="0">
                <a:solidFill>
                  <a:srgbClr val="98667C"/>
                </a:solidFill>
                <a:latin typeface="Arial"/>
                <a:ea typeface="Arial"/>
                <a:cs typeface="Arial"/>
              </a:defRPr>
            </a:lvl2pPr>
            <a:lvl3pPr>
              <a:defRPr sz="1200" b="0">
                <a:solidFill>
                  <a:srgbClr val="98667C"/>
                </a:solidFill>
                <a:latin typeface="Arial"/>
                <a:ea typeface="Arial"/>
                <a:cs typeface="Arial"/>
              </a:defRPr>
            </a:lvl3pPr>
            <a:lvl4pPr>
              <a:defRPr sz="1200" b="0">
                <a:solidFill>
                  <a:srgbClr val="98667C"/>
                </a:solidFill>
                <a:latin typeface="Arial"/>
                <a:ea typeface="Arial"/>
                <a:cs typeface="Arial"/>
              </a:defRPr>
            </a:lvl4pPr>
            <a:lvl5pPr>
              <a:defRPr sz="1200" b="0">
                <a:solidFill>
                  <a:srgbClr val="98667C"/>
                </a:solidFill>
                <a:latin typeface="Arial"/>
                <a:ea typeface="Arial"/>
                <a:cs typeface="Arial"/>
              </a:defRPr>
            </a:lvl5pPr>
            <a:lvl6pPr>
              <a:defRPr sz="1200" b="0">
                <a:solidFill>
                  <a:srgbClr val="98667C"/>
                </a:solidFill>
                <a:latin typeface="Arial"/>
                <a:ea typeface="Arial"/>
                <a:cs typeface="Arial"/>
              </a:defRPr>
            </a:lvl6pPr>
            <a:lvl7pPr>
              <a:defRPr sz="1200" b="0">
                <a:solidFill>
                  <a:srgbClr val="98667C"/>
                </a:solidFill>
                <a:latin typeface="Arial"/>
                <a:ea typeface="Arial"/>
                <a:cs typeface="Arial"/>
              </a:defRPr>
            </a:lvl7pPr>
            <a:lvl8pPr>
              <a:defRPr sz="1200" b="0">
                <a:solidFill>
                  <a:srgbClr val="98667C"/>
                </a:solidFill>
                <a:latin typeface="Arial"/>
                <a:ea typeface="Arial"/>
                <a:cs typeface="Arial"/>
              </a:defRPr>
            </a:lvl8pPr>
            <a:lvl9pPr>
              <a:defRPr sz="1200" b="0">
                <a:solidFill>
                  <a:srgbClr val="98667C"/>
                </a:solidFill>
                <a:latin typeface="Arial"/>
                <a:ea typeface="Arial"/>
                <a:cs typeface="Arial"/>
              </a:defRPr>
            </a:lvl9pPr>
          </a:lstStyle>
          <a:p xmlns:a="http://schemas.openxmlformats.org/drawingml/2006/main">
            <a:pPr>
              <a:defRPr sz="1200" b="0">
                <a:solidFill>
                  <a:srgbClr val="98667C"/>
                </a:solidFill>
                <a:latin typeface="Arial"/>
                <a:ea typeface="Arial"/>
                <a:cs typeface="Arial"/>
              </a:defRPr>
            </a:pPr>
            <a:r>
              <a:rPr sz="1200" b="0">
                <a:solidFill>
                  <a:srgbClr val="98667C"/>
                </a:solidFill>
                <a:latin typeface="Arial"/>
                <a:ea typeface="Arial"/>
                <a:cs typeface="Arial"/>
              </a:rPr>
              <a:t>1 / 4</a:t>
            </a:r>
          </a:p>
        </p:txBody>
      </p:sp>
    </p:spTree>
    <p:extLst>
      <p:ext uri="{BB962C8B-B14F-4D97-AF65-F5344CB8AC3E}">
        <p14:creationId xmlns:p14="http://schemas.microsoft.com/office/powerpoint/2010/main" val="149438725"/>
      </p:ext>
    </p:extLst>
  </p:cSld>
</p:sld>
</file>

<file path=ppt/slides/slide2.xml><?xml version="1.0" encoding="utf-8"?>
<p:sld xmlns:p="http://schemas.openxmlformats.org/presentationml/2006/main">
  <p:cSld>
    <p:bg>
      <p:bgPr>
        <a:solidFill xmlns:a="http://schemas.openxmlformats.org/drawingml/2006/main">
          <a:srgbClr val="FFF5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085BC7-D150-4D36-A568-5580E4EF7946}"/>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C2D64"/>
                </a:solidFill>
                <a:latin typeface="Arial"/>
                <a:ea typeface="Arial"/>
                <a:cs typeface="Arial"/>
              </a:defRPr>
            </a:defPPr>
            <a:lvl1pPr>
              <a:defRPr sz="1425" b="1">
                <a:solidFill>
                  <a:srgbClr val="AC2D64"/>
                </a:solidFill>
                <a:latin typeface="Arial"/>
                <a:ea typeface="Arial"/>
                <a:cs typeface="Arial"/>
              </a:defRPr>
            </a:lvl1pPr>
            <a:lvl2pPr>
              <a:defRPr sz="1425" b="1">
                <a:solidFill>
                  <a:srgbClr val="AC2D64"/>
                </a:solidFill>
                <a:latin typeface="Arial"/>
                <a:ea typeface="Arial"/>
                <a:cs typeface="Arial"/>
              </a:defRPr>
            </a:lvl2pPr>
            <a:lvl3pPr>
              <a:defRPr sz="1425" b="1">
                <a:solidFill>
                  <a:srgbClr val="AC2D64"/>
                </a:solidFill>
                <a:latin typeface="Arial"/>
                <a:ea typeface="Arial"/>
                <a:cs typeface="Arial"/>
              </a:defRPr>
            </a:lvl3pPr>
            <a:lvl4pPr>
              <a:defRPr sz="1425" b="1">
                <a:solidFill>
                  <a:srgbClr val="AC2D64"/>
                </a:solidFill>
                <a:latin typeface="Arial"/>
                <a:ea typeface="Arial"/>
                <a:cs typeface="Arial"/>
              </a:defRPr>
            </a:lvl4pPr>
            <a:lvl5pPr>
              <a:defRPr sz="1425" b="1">
                <a:solidFill>
                  <a:srgbClr val="AC2D64"/>
                </a:solidFill>
                <a:latin typeface="Arial"/>
                <a:ea typeface="Arial"/>
                <a:cs typeface="Arial"/>
              </a:defRPr>
            </a:lvl5pPr>
            <a:lvl6pPr>
              <a:defRPr sz="1425" b="1">
                <a:solidFill>
                  <a:srgbClr val="AC2D64"/>
                </a:solidFill>
                <a:latin typeface="Arial"/>
                <a:ea typeface="Arial"/>
                <a:cs typeface="Arial"/>
              </a:defRPr>
            </a:lvl6pPr>
            <a:lvl7pPr>
              <a:defRPr sz="1425" b="1">
                <a:solidFill>
                  <a:srgbClr val="AC2D64"/>
                </a:solidFill>
                <a:latin typeface="Arial"/>
                <a:ea typeface="Arial"/>
                <a:cs typeface="Arial"/>
              </a:defRPr>
            </a:lvl7pPr>
            <a:lvl8pPr>
              <a:defRPr sz="1425" b="1">
                <a:solidFill>
                  <a:srgbClr val="AC2D64"/>
                </a:solidFill>
                <a:latin typeface="Arial"/>
                <a:ea typeface="Arial"/>
                <a:cs typeface="Arial"/>
              </a:defRPr>
            </a:lvl8pPr>
            <a:lvl9pPr>
              <a:defRPr sz="1425" b="1">
                <a:solidFill>
                  <a:srgbClr val="AC2D64"/>
                </a:solidFill>
                <a:latin typeface="Arial"/>
                <a:ea typeface="Arial"/>
                <a:cs typeface="Arial"/>
              </a:defRPr>
            </a:lvl9pPr>
          </a:lstStyle>
          <a:p xmlns:a="http://schemas.openxmlformats.org/drawingml/2006/main">
            <a:pPr>
              <a:defRPr sz="1425" b="1">
                <a:solidFill>
                  <a:srgbClr val="AC2D64"/>
                </a:solidFill>
                <a:latin typeface="Arial"/>
                <a:ea typeface="Arial"/>
                <a:cs typeface="Arial"/>
              </a:defRPr>
            </a:pPr>
            <a:r>
              <a:rPr sz="1425" b="1">
                <a:solidFill>
                  <a:srgbClr val="AC2D64"/>
                </a:solidFill>
                <a:latin typeface="Arial"/>
                <a:ea typeface="Arial"/>
                <a:cs typeface="Arial"/>
              </a:rPr>
              <a:t>BÓNG BAKERY / QUYẾT ĐỊNH THIẾT KẾ</a:t>
            </a:r>
          </a:p>
        </p:txBody>
      </p:sp>
      <p:sp>
        <p:nvSpPr>
          <p:cNvPr id="2" name="">
            <a:extLst xmlns:a="http://schemas.openxmlformats.org/drawingml/2006/main">
              <a:ext uri="{FF2B5EF4-FFF2-40B4-BE49-F238E27FC236}">
                <a16:creationId xmlns:a16="http://schemas.microsoft.com/office/drawing/2014/main" id="{62585E70-8FAE-4781-940B-1B503AE53559}"/>
              </a:ext>
            </a:extLst>
          </p:cNvPr>
          <p:cNvSpPr>
            <a:spLocks xmlns:a="http://schemas.openxmlformats.org/drawingml/2006/main" noGrp="1"/>
          </p:cNvSpPr>
          <p:nvPr/>
        </p:nvSpPr>
        <p:spPr>
          <a:xfrm xmlns:a="http://schemas.openxmlformats.org/drawingml/2006/main">
            <a:off x="609600" y="990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61233E"/>
                </a:solidFill>
                <a:latin typeface="Arial"/>
                <a:ea typeface="Arial"/>
                <a:cs typeface="Arial"/>
              </a:defRPr>
            </a:defPPr>
            <a:lvl1pPr>
              <a:defRPr sz="3225" b="1">
                <a:solidFill>
                  <a:srgbClr val="61233E"/>
                </a:solidFill>
                <a:latin typeface="Arial"/>
                <a:ea typeface="Arial"/>
                <a:cs typeface="Arial"/>
              </a:defRPr>
            </a:lvl1pPr>
            <a:lvl2pPr>
              <a:defRPr sz="3225" b="1">
                <a:solidFill>
                  <a:srgbClr val="61233E"/>
                </a:solidFill>
                <a:latin typeface="Arial"/>
                <a:ea typeface="Arial"/>
                <a:cs typeface="Arial"/>
              </a:defRPr>
            </a:lvl2pPr>
            <a:lvl3pPr>
              <a:defRPr sz="3225" b="1">
                <a:solidFill>
                  <a:srgbClr val="61233E"/>
                </a:solidFill>
                <a:latin typeface="Arial"/>
                <a:ea typeface="Arial"/>
                <a:cs typeface="Arial"/>
              </a:defRPr>
            </a:lvl3pPr>
            <a:lvl4pPr>
              <a:defRPr sz="3225" b="1">
                <a:solidFill>
                  <a:srgbClr val="61233E"/>
                </a:solidFill>
                <a:latin typeface="Arial"/>
                <a:ea typeface="Arial"/>
                <a:cs typeface="Arial"/>
              </a:defRPr>
            </a:lvl4pPr>
            <a:lvl5pPr>
              <a:defRPr sz="3225" b="1">
                <a:solidFill>
                  <a:srgbClr val="61233E"/>
                </a:solidFill>
                <a:latin typeface="Arial"/>
                <a:ea typeface="Arial"/>
                <a:cs typeface="Arial"/>
              </a:defRPr>
            </a:lvl5pPr>
            <a:lvl6pPr>
              <a:defRPr sz="3225" b="1">
                <a:solidFill>
                  <a:srgbClr val="61233E"/>
                </a:solidFill>
                <a:latin typeface="Arial"/>
                <a:ea typeface="Arial"/>
                <a:cs typeface="Arial"/>
              </a:defRPr>
            </a:lvl6pPr>
            <a:lvl7pPr>
              <a:defRPr sz="3225" b="1">
                <a:solidFill>
                  <a:srgbClr val="61233E"/>
                </a:solidFill>
                <a:latin typeface="Arial"/>
                <a:ea typeface="Arial"/>
                <a:cs typeface="Arial"/>
              </a:defRPr>
            </a:lvl7pPr>
            <a:lvl8pPr>
              <a:defRPr sz="3225" b="1">
                <a:solidFill>
                  <a:srgbClr val="61233E"/>
                </a:solidFill>
                <a:latin typeface="Arial"/>
                <a:ea typeface="Arial"/>
                <a:cs typeface="Arial"/>
              </a:defRPr>
            </a:lvl8pPr>
            <a:lvl9pPr>
              <a:defRPr sz="3225" b="1">
                <a:solidFill>
                  <a:srgbClr val="61233E"/>
                </a:solidFill>
                <a:latin typeface="Arial"/>
                <a:ea typeface="Arial"/>
                <a:cs typeface="Arial"/>
              </a:defRPr>
            </a:lvl9pPr>
          </a:lstStyle>
          <a:p xmlns:a="http://schemas.openxmlformats.org/drawingml/2006/main">
            <a:pPr>
              <a:defRPr sz="3225" b="1">
                <a:solidFill>
                  <a:srgbClr val="61233E"/>
                </a:solidFill>
                <a:latin typeface="Arial"/>
                <a:ea typeface="Arial"/>
                <a:cs typeface="Arial"/>
              </a:defRPr>
            </a:pPr>
            <a:r>
              <a:rPr sz="3225" b="1">
                <a:solidFill>
                  <a:srgbClr val="61233E"/>
                </a:solidFill>
                <a:latin typeface="Arial"/>
                <a:ea typeface="Arial"/>
                <a:cs typeface="Arial"/>
              </a:rPr>
              <a:t>Giỏ hàng theo tài khoản</a:t>
            </a:r>
          </a:p>
        </p:txBody>
      </p:sp>
      <p:sp>
        <p:nvSpPr>
          <p:cNvPr id="3" name="">
            <a:extLst xmlns:a="http://schemas.openxmlformats.org/drawingml/2006/main">
              <a:ext uri="{FF2B5EF4-FFF2-40B4-BE49-F238E27FC236}">
                <a16:creationId xmlns:a16="http://schemas.microsoft.com/office/drawing/2014/main" id="{CD84C15A-B671-4A29-8062-398A31AA53C2}"/>
              </a:ext>
            </a:extLst>
          </p:cNvPr>
          <p:cNvSpPr>
            <a:spLocks xmlns:a="http://schemas.openxmlformats.org/drawingml/2006/main" noGrp="1"/>
          </p:cNvSpPr>
          <p:nvPr/>
        </p:nvSpPr>
        <p:spPr>
          <a:xfrm xmlns:a="http://schemas.openxmlformats.org/drawingml/2006/main">
            <a:off x="609600" y="23241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Quyết định: lưu giỏ người đăng nhập trong cơ sở dữ liệu.</a:t>
            </a:r>
          </a:p>
        </p:txBody>
      </p:sp>
      <p:sp>
        <p:nvSpPr>
          <p:cNvPr id="4" name="">
            <a:extLst xmlns:a="http://schemas.openxmlformats.org/drawingml/2006/main">
              <a:ext uri="{FF2B5EF4-FFF2-40B4-BE49-F238E27FC236}">
                <a16:creationId xmlns:a16="http://schemas.microsoft.com/office/drawing/2014/main" id="{864A53F1-C257-4D55-AAE1-44E34E762F21}"/>
              </a:ext>
            </a:extLst>
          </p:cNvPr>
          <p:cNvSpPr>
            <a:spLocks xmlns:a="http://schemas.openxmlformats.org/drawingml/2006/main" noGrp="1"/>
          </p:cNvSpPr>
          <p:nvPr/>
        </p:nvSpPr>
        <p:spPr>
          <a:xfrm xmlns:a="http://schemas.openxmlformats.org/drawingml/2006/main">
            <a:off x="609600" y="29908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Khách chưa đăng nhập dùng giỏ tạm theo phiên.</a:t>
            </a:r>
          </a:p>
        </p:txBody>
      </p:sp>
      <p:sp>
        <p:nvSpPr>
          <p:cNvPr id="5" name="">
            <a:extLst xmlns:a="http://schemas.openxmlformats.org/drawingml/2006/main">
              <a:ext uri="{FF2B5EF4-FFF2-40B4-BE49-F238E27FC236}">
                <a16:creationId xmlns:a16="http://schemas.microsoft.com/office/drawing/2014/main" id="{9637CC67-CA27-4A4C-BE5F-172175A5E98D}"/>
              </a:ext>
            </a:extLst>
          </p:cNvPr>
          <p:cNvSpPr>
            <a:spLocks xmlns:a="http://schemas.openxmlformats.org/drawingml/2006/main" noGrp="1"/>
          </p:cNvSpPr>
          <p:nvPr/>
        </p:nvSpPr>
        <p:spPr>
          <a:xfrm xmlns:a="http://schemas.openxmlformats.org/drawingml/2006/main">
            <a:off x="609600" y="36576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Khi đăng nhập, gộp giỏ và giới hạn theo tồn kho.</a:t>
            </a:r>
          </a:p>
        </p:txBody>
      </p:sp>
      <p:sp>
        <p:nvSpPr>
          <p:cNvPr id="6" name="">
            <a:extLst xmlns:a="http://schemas.openxmlformats.org/drawingml/2006/main">
              <a:ext uri="{FF2B5EF4-FFF2-40B4-BE49-F238E27FC236}">
                <a16:creationId xmlns:a16="http://schemas.microsoft.com/office/drawing/2014/main" id="{8214A9D1-C88E-4138-88F3-9EAF494E4E81}"/>
              </a:ext>
            </a:extLst>
          </p:cNvPr>
          <p:cNvSpPr>
            <a:spLocks xmlns:a="http://schemas.openxmlformats.org/drawingml/2006/main" noGrp="1"/>
          </p:cNvSpPr>
          <p:nvPr/>
        </p:nvSpPr>
        <p:spPr>
          <a:xfrm xmlns:a="http://schemas.openxmlformats.org/drawingml/2006/main">
            <a:off x="609600" y="48577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2D64"/>
                </a:solidFill>
                <a:latin typeface="Arial"/>
                <a:ea typeface="Arial"/>
                <a:cs typeface="Arial"/>
              </a:defRPr>
            </a:defPPr>
            <a:lvl1pPr>
              <a:defRPr sz="1875" b="1">
                <a:solidFill>
                  <a:srgbClr val="AC2D64"/>
                </a:solidFill>
                <a:latin typeface="Arial"/>
                <a:ea typeface="Arial"/>
                <a:cs typeface="Arial"/>
              </a:defRPr>
            </a:lvl1pPr>
            <a:lvl2pPr>
              <a:defRPr sz="1875" b="1">
                <a:solidFill>
                  <a:srgbClr val="AC2D64"/>
                </a:solidFill>
                <a:latin typeface="Arial"/>
                <a:ea typeface="Arial"/>
                <a:cs typeface="Arial"/>
              </a:defRPr>
            </a:lvl2pPr>
            <a:lvl3pPr>
              <a:defRPr sz="1875" b="1">
                <a:solidFill>
                  <a:srgbClr val="AC2D64"/>
                </a:solidFill>
                <a:latin typeface="Arial"/>
                <a:ea typeface="Arial"/>
                <a:cs typeface="Arial"/>
              </a:defRPr>
            </a:lvl3pPr>
            <a:lvl4pPr>
              <a:defRPr sz="1875" b="1">
                <a:solidFill>
                  <a:srgbClr val="AC2D64"/>
                </a:solidFill>
                <a:latin typeface="Arial"/>
                <a:ea typeface="Arial"/>
                <a:cs typeface="Arial"/>
              </a:defRPr>
            </a:lvl4pPr>
            <a:lvl5pPr>
              <a:defRPr sz="1875" b="1">
                <a:solidFill>
                  <a:srgbClr val="AC2D64"/>
                </a:solidFill>
                <a:latin typeface="Arial"/>
                <a:ea typeface="Arial"/>
                <a:cs typeface="Arial"/>
              </a:defRPr>
            </a:lvl5pPr>
            <a:lvl6pPr>
              <a:defRPr sz="1875" b="1">
                <a:solidFill>
                  <a:srgbClr val="AC2D64"/>
                </a:solidFill>
                <a:latin typeface="Arial"/>
                <a:ea typeface="Arial"/>
                <a:cs typeface="Arial"/>
              </a:defRPr>
            </a:lvl6pPr>
            <a:lvl7pPr>
              <a:defRPr sz="1875" b="1">
                <a:solidFill>
                  <a:srgbClr val="AC2D64"/>
                </a:solidFill>
                <a:latin typeface="Arial"/>
                <a:ea typeface="Arial"/>
                <a:cs typeface="Arial"/>
              </a:defRPr>
            </a:lvl7pPr>
            <a:lvl8pPr>
              <a:defRPr sz="1875" b="1">
                <a:solidFill>
                  <a:srgbClr val="AC2D64"/>
                </a:solidFill>
                <a:latin typeface="Arial"/>
                <a:ea typeface="Arial"/>
                <a:cs typeface="Arial"/>
              </a:defRPr>
            </a:lvl8pPr>
            <a:lvl9pPr>
              <a:defRPr sz="1875" b="1">
                <a:solidFill>
                  <a:srgbClr val="AC2D64"/>
                </a:solidFill>
                <a:latin typeface="Arial"/>
                <a:ea typeface="Arial"/>
                <a:cs typeface="Arial"/>
              </a:defRPr>
            </a:lvl9pPr>
          </a:lstStyle>
          <a:p xmlns:a="http://schemas.openxmlformats.org/drawingml/2006/main">
            <a:pPr>
              <a:defRPr sz="1875" b="1">
                <a:solidFill>
                  <a:srgbClr val="AC2D64"/>
                </a:solidFill>
                <a:latin typeface="Arial"/>
                <a:ea typeface="Arial"/>
                <a:cs typeface="Arial"/>
              </a:defRPr>
            </a:pPr>
            <a:r>
              <a:rPr sz="1875" b="1">
                <a:solidFill>
                  <a:srgbClr val="AC2D64"/>
                </a:solidFill>
                <a:latin typeface="Arial"/>
                <a:ea typeface="Arial"/>
                <a:cs typeface="Arial"/>
              </a:rPr>
              <a:t>DEMO  Thêm bánh khi chưa đăng nhập rồi đăng nhập</a:t>
            </a:r>
          </a:p>
        </p:txBody>
      </p:sp>
      <p:sp>
        <p:nvSpPr>
          <p:cNvPr id="7" name="">
            <a:extLst xmlns:a="http://schemas.openxmlformats.org/drawingml/2006/main">
              <a:ext uri="{FF2B5EF4-FFF2-40B4-BE49-F238E27FC236}">
                <a16:creationId xmlns:a16="http://schemas.microsoft.com/office/drawing/2014/main" id="{AB38ABD8-85FD-48CD-A378-FA94AE9F9574}"/>
              </a:ext>
            </a:extLst>
          </p:cNvPr>
          <p:cNvSpPr>
            <a:spLocks xmlns:a="http://schemas.openxmlformats.org/drawingml/2006/main" noGrp="1"/>
          </p:cNvSpPr>
          <p:nvPr/>
        </p:nvSpPr>
        <p:spPr>
          <a:xfrm xmlns:a="http://schemas.openxmlformats.org/drawingml/2006/main">
            <a:off x="609600" y="55054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233E"/>
                </a:solidFill>
                <a:latin typeface="Arial"/>
                <a:ea typeface="Arial"/>
                <a:cs typeface="Arial"/>
              </a:defRPr>
            </a:defPPr>
            <a:lvl1pPr>
              <a:defRPr sz="2025" b="0">
                <a:solidFill>
                  <a:srgbClr val="61233E"/>
                </a:solidFill>
                <a:latin typeface="Arial"/>
                <a:ea typeface="Arial"/>
                <a:cs typeface="Arial"/>
              </a:defRPr>
            </a:lvl1pPr>
            <a:lvl2pPr>
              <a:defRPr sz="2025" b="0">
                <a:solidFill>
                  <a:srgbClr val="61233E"/>
                </a:solidFill>
                <a:latin typeface="Arial"/>
                <a:ea typeface="Arial"/>
                <a:cs typeface="Arial"/>
              </a:defRPr>
            </a:lvl2pPr>
            <a:lvl3pPr>
              <a:defRPr sz="2025" b="0">
                <a:solidFill>
                  <a:srgbClr val="61233E"/>
                </a:solidFill>
                <a:latin typeface="Arial"/>
                <a:ea typeface="Arial"/>
                <a:cs typeface="Arial"/>
              </a:defRPr>
            </a:lvl3pPr>
            <a:lvl4pPr>
              <a:defRPr sz="2025" b="0">
                <a:solidFill>
                  <a:srgbClr val="61233E"/>
                </a:solidFill>
                <a:latin typeface="Arial"/>
                <a:ea typeface="Arial"/>
                <a:cs typeface="Arial"/>
              </a:defRPr>
            </a:lvl4pPr>
            <a:lvl5pPr>
              <a:defRPr sz="2025" b="0">
                <a:solidFill>
                  <a:srgbClr val="61233E"/>
                </a:solidFill>
                <a:latin typeface="Arial"/>
                <a:ea typeface="Arial"/>
                <a:cs typeface="Arial"/>
              </a:defRPr>
            </a:lvl5pPr>
            <a:lvl6pPr>
              <a:defRPr sz="2025" b="0">
                <a:solidFill>
                  <a:srgbClr val="61233E"/>
                </a:solidFill>
                <a:latin typeface="Arial"/>
                <a:ea typeface="Arial"/>
                <a:cs typeface="Arial"/>
              </a:defRPr>
            </a:lvl6pPr>
            <a:lvl7pPr>
              <a:defRPr sz="2025" b="0">
                <a:solidFill>
                  <a:srgbClr val="61233E"/>
                </a:solidFill>
                <a:latin typeface="Arial"/>
                <a:ea typeface="Arial"/>
                <a:cs typeface="Arial"/>
              </a:defRPr>
            </a:lvl7pPr>
            <a:lvl8pPr>
              <a:defRPr sz="2025" b="0">
                <a:solidFill>
                  <a:srgbClr val="61233E"/>
                </a:solidFill>
                <a:latin typeface="Arial"/>
                <a:ea typeface="Arial"/>
                <a:cs typeface="Arial"/>
              </a:defRPr>
            </a:lvl8pPr>
            <a:lvl9pPr>
              <a:defRPr sz="2025" b="0">
                <a:solidFill>
                  <a:srgbClr val="61233E"/>
                </a:solidFill>
                <a:latin typeface="Arial"/>
                <a:ea typeface="Arial"/>
                <a:cs typeface="Arial"/>
              </a:defRPr>
            </a:lvl9pPr>
          </a:lstStyle>
          <a:p xmlns:a="http://schemas.openxmlformats.org/drawingml/2006/main">
            <a:pPr>
              <a:defRPr sz="2025" b="0">
                <a:solidFill>
                  <a:srgbClr val="61233E"/>
                </a:solidFill>
                <a:latin typeface="Arial"/>
                <a:ea typeface="Arial"/>
                <a:cs typeface="Arial"/>
              </a:defRPr>
            </a:pPr>
            <a:r>
              <a:rPr sz="2025" b="0">
                <a:solidFill>
                  <a:srgbClr val="61233E"/>
                </a:solidFill>
                <a:latin typeface="Arial"/>
                <a:ea typeface="Arial"/>
                <a:cs typeface="Arial"/>
              </a:rPr>
              <a:t>Mở cùng tài khoản trên trình duyệt khác: giỏ vẫn còn.</a:t>
            </a:r>
          </a:p>
        </p:txBody>
      </p:sp>
      <p:sp>
        <p:nvSpPr>
          <p:cNvPr id="8" name="">
            <a:extLst xmlns:a="http://schemas.openxmlformats.org/drawingml/2006/main">
              <a:ext uri="{FF2B5EF4-FFF2-40B4-BE49-F238E27FC236}">
                <a16:creationId xmlns:a16="http://schemas.microsoft.com/office/drawing/2014/main" id="{1A0F4203-A594-4C6D-A03D-1688AB6E0757}"/>
              </a:ext>
            </a:extLst>
          </p:cNvPr>
          <p:cNvSpPr>
            <a:spLocks xmlns:a="http://schemas.openxmlformats.org/drawingml/2006/main" noGrp="1"/>
          </p:cNvSpPr>
          <p:nvPr/>
        </p:nvSpPr>
        <p:spPr>
          <a:xfrm xmlns:a="http://schemas.openxmlformats.org/drawingml/2006/main">
            <a:off x="1066800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8667C"/>
                </a:solidFill>
                <a:latin typeface="Arial"/>
                <a:ea typeface="Arial"/>
                <a:cs typeface="Arial"/>
              </a:defRPr>
            </a:defPPr>
            <a:lvl1pPr>
              <a:defRPr sz="1200" b="0">
                <a:solidFill>
                  <a:srgbClr val="98667C"/>
                </a:solidFill>
                <a:latin typeface="Arial"/>
                <a:ea typeface="Arial"/>
                <a:cs typeface="Arial"/>
              </a:defRPr>
            </a:lvl1pPr>
            <a:lvl2pPr>
              <a:defRPr sz="1200" b="0">
                <a:solidFill>
                  <a:srgbClr val="98667C"/>
                </a:solidFill>
                <a:latin typeface="Arial"/>
                <a:ea typeface="Arial"/>
                <a:cs typeface="Arial"/>
              </a:defRPr>
            </a:lvl2pPr>
            <a:lvl3pPr>
              <a:defRPr sz="1200" b="0">
                <a:solidFill>
                  <a:srgbClr val="98667C"/>
                </a:solidFill>
                <a:latin typeface="Arial"/>
                <a:ea typeface="Arial"/>
                <a:cs typeface="Arial"/>
              </a:defRPr>
            </a:lvl3pPr>
            <a:lvl4pPr>
              <a:defRPr sz="1200" b="0">
                <a:solidFill>
                  <a:srgbClr val="98667C"/>
                </a:solidFill>
                <a:latin typeface="Arial"/>
                <a:ea typeface="Arial"/>
                <a:cs typeface="Arial"/>
              </a:defRPr>
            </a:lvl4pPr>
            <a:lvl5pPr>
              <a:defRPr sz="1200" b="0">
                <a:solidFill>
                  <a:srgbClr val="98667C"/>
                </a:solidFill>
                <a:latin typeface="Arial"/>
                <a:ea typeface="Arial"/>
                <a:cs typeface="Arial"/>
              </a:defRPr>
            </a:lvl5pPr>
            <a:lvl6pPr>
              <a:defRPr sz="1200" b="0">
                <a:solidFill>
                  <a:srgbClr val="98667C"/>
                </a:solidFill>
                <a:latin typeface="Arial"/>
                <a:ea typeface="Arial"/>
                <a:cs typeface="Arial"/>
              </a:defRPr>
            </a:lvl6pPr>
            <a:lvl7pPr>
              <a:defRPr sz="1200" b="0">
                <a:solidFill>
                  <a:srgbClr val="98667C"/>
                </a:solidFill>
                <a:latin typeface="Arial"/>
                <a:ea typeface="Arial"/>
                <a:cs typeface="Arial"/>
              </a:defRPr>
            </a:lvl7pPr>
            <a:lvl8pPr>
              <a:defRPr sz="1200" b="0">
                <a:solidFill>
                  <a:srgbClr val="98667C"/>
                </a:solidFill>
                <a:latin typeface="Arial"/>
                <a:ea typeface="Arial"/>
                <a:cs typeface="Arial"/>
              </a:defRPr>
            </a:lvl8pPr>
            <a:lvl9pPr>
              <a:defRPr sz="1200" b="0">
                <a:solidFill>
                  <a:srgbClr val="98667C"/>
                </a:solidFill>
                <a:latin typeface="Arial"/>
                <a:ea typeface="Arial"/>
                <a:cs typeface="Arial"/>
              </a:defRPr>
            </a:lvl9pPr>
          </a:lstStyle>
          <a:p xmlns:a="http://schemas.openxmlformats.org/drawingml/2006/main">
            <a:pPr>
              <a:defRPr sz="1200" b="0">
                <a:solidFill>
                  <a:srgbClr val="98667C"/>
                </a:solidFill>
                <a:latin typeface="Arial"/>
                <a:ea typeface="Arial"/>
                <a:cs typeface="Arial"/>
              </a:defRPr>
            </a:pPr>
            <a:r>
              <a:rPr sz="1200" b="0">
                <a:solidFill>
                  <a:srgbClr val="98667C"/>
                </a:solidFill>
                <a:latin typeface="Arial"/>
                <a:ea typeface="Arial"/>
                <a:cs typeface="Arial"/>
              </a:rPr>
              <a:t>2 / 4</a:t>
            </a:r>
          </a:p>
        </p:txBody>
      </p:sp>
    </p:spTree>
    <p:extLst>
      <p:ext uri="{BB962C8B-B14F-4D97-AF65-F5344CB8AC3E}">
        <p14:creationId xmlns:p14="http://schemas.microsoft.com/office/powerpoint/2010/main" val="1686859204"/>
      </p:ext>
    </p:extLst>
  </p:cSld>
</p:sld>
</file>

<file path=ppt/slides/slide3.xml><?xml version="1.0" encoding="utf-8"?>
<p:sld xmlns:p="http://schemas.openxmlformats.org/presentationml/2006/main">
  <p:cSld>
    <p:bg>
      <p:bgPr>
        <a:solidFill xmlns:a="http://schemas.openxmlformats.org/drawingml/2006/main">
          <a:srgbClr val="FFF5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CBFD4C-4A67-414B-8C86-6115861B4831}"/>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C2D64"/>
                </a:solidFill>
                <a:latin typeface="Arial"/>
                <a:ea typeface="Arial"/>
                <a:cs typeface="Arial"/>
              </a:defRPr>
            </a:defPPr>
            <a:lvl1pPr>
              <a:defRPr sz="1425" b="1">
                <a:solidFill>
                  <a:srgbClr val="AC2D64"/>
                </a:solidFill>
                <a:latin typeface="Arial"/>
                <a:ea typeface="Arial"/>
                <a:cs typeface="Arial"/>
              </a:defRPr>
            </a:lvl1pPr>
            <a:lvl2pPr>
              <a:defRPr sz="1425" b="1">
                <a:solidFill>
                  <a:srgbClr val="AC2D64"/>
                </a:solidFill>
                <a:latin typeface="Arial"/>
                <a:ea typeface="Arial"/>
                <a:cs typeface="Arial"/>
              </a:defRPr>
            </a:lvl2pPr>
            <a:lvl3pPr>
              <a:defRPr sz="1425" b="1">
                <a:solidFill>
                  <a:srgbClr val="AC2D64"/>
                </a:solidFill>
                <a:latin typeface="Arial"/>
                <a:ea typeface="Arial"/>
                <a:cs typeface="Arial"/>
              </a:defRPr>
            </a:lvl3pPr>
            <a:lvl4pPr>
              <a:defRPr sz="1425" b="1">
                <a:solidFill>
                  <a:srgbClr val="AC2D64"/>
                </a:solidFill>
                <a:latin typeface="Arial"/>
                <a:ea typeface="Arial"/>
                <a:cs typeface="Arial"/>
              </a:defRPr>
            </a:lvl4pPr>
            <a:lvl5pPr>
              <a:defRPr sz="1425" b="1">
                <a:solidFill>
                  <a:srgbClr val="AC2D64"/>
                </a:solidFill>
                <a:latin typeface="Arial"/>
                <a:ea typeface="Arial"/>
                <a:cs typeface="Arial"/>
              </a:defRPr>
            </a:lvl5pPr>
            <a:lvl6pPr>
              <a:defRPr sz="1425" b="1">
                <a:solidFill>
                  <a:srgbClr val="AC2D64"/>
                </a:solidFill>
                <a:latin typeface="Arial"/>
                <a:ea typeface="Arial"/>
                <a:cs typeface="Arial"/>
              </a:defRPr>
            </a:lvl6pPr>
            <a:lvl7pPr>
              <a:defRPr sz="1425" b="1">
                <a:solidFill>
                  <a:srgbClr val="AC2D64"/>
                </a:solidFill>
                <a:latin typeface="Arial"/>
                <a:ea typeface="Arial"/>
                <a:cs typeface="Arial"/>
              </a:defRPr>
            </a:lvl7pPr>
            <a:lvl8pPr>
              <a:defRPr sz="1425" b="1">
                <a:solidFill>
                  <a:srgbClr val="AC2D64"/>
                </a:solidFill>
                <a:latin typeface="Arial"/>
                <a:ea typeface="Arial"/>
                <a:cs typeface="Arial"/>
              </a:defRPr>
            </a:lvl8pPr>
            <a:lvl9pPr>
              <a:defRPr sz="1425" b="1">
                <a:solidFill>
                  <a:srgbClr val="AC2D64"/>
                </a:solidFill>
                <a:latin typeface="Arial"/>
                <a:ea typeface="Arial"/>
                <a:cs typeface="Arial"/>
              </a:defRPr>
            </a:lvl9pPr>
          </a:lstStyle>
          <a:p xmlns:a="http://schemas.openxmlformats.org/drawingml/2006/main">
            <a:pPr>
              <a:defRPr sz="1425" b="1">
                <a:solidFill>
                  <a:srgbClr val="AC2D64"/>
                </a:solidFill>
                <a:latin typeface="Arial"/>
                <a:ea typeface="Arial"/>
                <a:cs typeface="Arial"/>
              </a:defRPr>
            </a:pPr>
            <a:r>
              <a:rPr sz="1425" b="1">
                <a:solidFill>
                  <a:srgbClr val="AC2D64"/>
                </a:solidFill>
                <a:latin typeface="Arial"/>
                <a:ea typeface="Arial"/>
                <a:cs typeface="Arial"/>
              </a:rPr>
              <a:t>BÓNG BAKERY / QUYẾT ĐỊNH THIẾT KẾ</a:t>
            </a:r>
          </a:p>
        </p:txBody>
      </p:sp>
      <p:sp>
        <p:nvSpPr>
          <p:cNvPr id="2" name="">
            <a:extLst xmlns:a="http://schemas.openxmlformats.org/drawingml/2006/main">
              <a:ext uri="{FF2B5EF4-FFF2-40B4-BE49-F238E27FC236}">
                <a16:creationId xmlns:a16="http://schemas.microsoft.com/office/drawing/2014/main" id="{1268A6E3-24D4-43C3-AFC1-E5CDB6DAB6C8}"/>
              </a:ext>
            </a:extLst>
          </p:cNvPr>
          <p:cNvSpPr>
            <a:spLocks xmlns:a="http://schemas.openxmlformats.org/drawingml/2006/main" noGrp="1"/>
          </p:cNvSpPr>
          <p:nvPr/>
        </p:nvSpPr>
        <p:spPr>
          <a:xfrm xmlns:a="http://schemas.openxmlformats.org/drawingml/2006/main">
            <a:off x="609600" y="990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61233E"/>
                </a:solidFill>
                <a:latin typeface="Arial"/>
                <a:ea typeface="Arial"/>
                <a:cs typeface="Arial"/>
              </a:defRPr>
            </a:defPPr>
            <a:lvl1pPr>
              <a:defRPr sz="3225" b="1">
                <a:solidFill>
                  <a:srgbClr val="61233E"/>
                </a:solidFill>
                <a:latin typeface="Arial"/>
                <a:ea typeface="Arial"/>
                <a:cs typeface="Arial"/>
              </a:defRPr>
            </a:lvl1pPr>
            <a:lvl2pPr>
              <a:defRPr sz="3225" b="1">
                <a:solidFill>
                  <a:srgbClr val="61233E"/>
                </a:solidFill>
                <a:latin typeface="Arial"/>
                <a:ea typeface="Arial"/>
                <a:cs typeface="Arial"/>
              </a:defRPr>
            </a:lvl2pPr>
            <a:lvl3pPr>
              <a:defRPr sz="3225" b="1">
                <a:solidFill>
                  <a:srgbClr val="61233E"/>
                </a:solidFill>
                <a:latin typeface="Arial"/>
                <a:ea typeface="Arial"/>
                <a:cs typeface="Arial"/>
              </a:defRPr>
            </a:lvl3pPr>
            <a:lvl4pPr>
              <a:defRPr sz="3225" b="1">
                <a:solidFill>
                  <a:srgbClr val="61233E"/>
                </a:solidFill>
                <a:latin typeface="Arial"/>
                <a:ea typeface="Arial"/>
                <a:cs typeface="Arial"/>
              </a:defRPr>
            </a:lvl4pPr>
            <a:lvl5pPr>
              <a:defRPr sz="3225" b="1">
                <a:solidFill>
                  <a:srgbClr val="61233E"/>
                </a:solidFill>
                <a:latin typeface="Arial"/>
                <a:ea typeface="Arial"/>
                <a:cs typeface="Arial"/>
              </a:defRPr>
            </a:lvl5pPr>
            <a:lvl6pPr>
              <a:defRPr sz="3225" b="1">
                <a:solidFill>
                  <a:srgbClr val="61233E"/>
                </a:solidFill>
                <a:latin typeface="Arial"/>
                <a:ea typeface="Arial"/>
                <a:cs typeface="Arial"/>
              </a:defRPr>
            </a:lvl6pPr>
            <a:lvl7pPr>
              <a:defRPr sz="3225" b="1">
                <a:solidFill>
                  <a:srgbClr val="61233E"/>
                </a:solidFill>
                <a:latin typeface="Arial"/>
                <a:ea typeface="Arial"/>
                <a:cs typeface="Arial"/>
              </a:defRPr>
            </a:lvl7pPr>
            <a:lvl8pPr>
              <a:defRPr sz="3225" b="1">
                <a:solidFill>
                  <a:srgbClr val="61233E"/>
                </a:solidFill>
                <a:latin typeface="Arial"/>
                <a:ea typeface="Arial"/>
                <a:cs typeface="Arial"/>
              </a:defRPr>
            </a:lvl8pPr>
            <a:lvl9pPr>
              <a:defRPr sz="3225" b="1">
                <a:solidFill>
                  <a:srgbClr val="61233E"/>
                </a:solidFill>
                <a:latin typeface="Arial"/>
                <a:ea typeface="Arial"/>
                <a:cs typeface="Arial"/>
              </a:defRPr>
            </a:lvl9pPr>
          </a:lstStyle>
          <a:p xmlns:a="http://schemas.openxmlformats.org/drawingml/2006/main">
            <a:pPr>
              <a:defRPr sz="3225" b="1">
                <a:solidFill>
                  <a:srgbClr val="61233E"/>
                </a:solidFill>
                <a:latin typeface="Arial"/>
                <a:ea typeface="Arial"/>
                <a:cs typeface="Arial"/>
              </a:defRPr>
            </a:pPr>
            <a:r>
              <a:rPr sz="3225" b="1">
                <a:solidFill>
                  <a:srgbClr val="61233E"/>
                </a:solidFill>
                <a:latin typeface="Arial"/>
                <a:ea typeface="Arial"/>
                <a:cs typeface="Arial"/>
              </a:rPr>
              <a:t>Quy tắc áp dụng mã giảm giá</a:t>
            </a:r>
          </a:p>
        </p:txBody>
      </p:sp>
      <p:sp>
        <p:nvSpPr>
          <p:cNvPr id="3" name="">
            <a:extLst xmlns:a="http://schemas.openxmlformats.org/drawingml/2006/main">
              <a:ext uri="{FF2B5EF4-FFF2-40B4-BE49-F238E27FC236}">
                <a16:creationId xmlns:a16="http://schemas.microsoft.com/office/drawing/2014/main" id="{CC89B418-D449-4ED7-9FE6-BA85EC1578CE}"/>
              </a:ext>
            </a:extLst>
          </p:cNvPr>
          <p:cNvSpPr>
            <a:spLocks xmlns:a="http://schemas.openxmlformats.org/drawingml/2006/main" noGrp="1"/>
          </p:cNvSpPr>
          <p:nvPr/>
        </p:nvSpPr>
        <p:spPr>
          <a:xfrm xmlns:a="http://schemas.openxmlformats.org/drawingml/2006/main">
            <a:off x="609600" y="23241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Quyết định: mỗi đơn dùng 1 mã, chỉ giảm trên tiền bánh.</a:t>
            </a:r>
          </a:p>
        </p:txBody>
      </p:sp>
      <p:sp>
        <p:nvSpPr>
          <p:cNvPr id="4" name="">
            <a:extLst xmlns:a="http://schemas.openxmlformats.org/drawingml/2006/main">
              <a:ext uri="{FF2B5EF4-FFF2-40B4-BE49-F238E27FC236}">
                <a16:creationId xmlns:a16="http://schemas.microsoft.com/office/drawing/2014/main" id="{9AC009FF-929A-4332-8116-F03AE9D9699A}"/>
              </a:ext>
            </a:extLst>
          </p:cNvPr>
          <p:cNvSpPr>
            <a:spLocks xmlns:a="http://schemas.openxmlformats.org/drawingml/2006/main" noGrp="1"/>
          </p:cNvSpPr>
          <p:nvPr/>
        </p:nvSpPr>
        <p:spPr>
          <a:xfrm xmlns:a="http://schemas.openxmlformats.org/drawingml/2006/main">
            <a:off x="609600" y="29908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Kiểm tra thời hạn, mức tối thiểu và giới hạn lượt dùng.</a:t>
            </a:r>
          </a:p>
        </p:txBody>
      </p:sp>
      <p:sp>
        <p:nvSpPr>
          <p:cNvPr id="5" name="">
            <a:extLst xmlns:a="http://schemas.openxmlformats.org/drawingml/2006/main">
              <a:ext uri="{FF2B5EF4-FFF2-40B4-BE49-F238E27FC236}">
                <a16:creationId xmlns:a16="http://schemas.microsoft.com/office/drawing/2014/main" id="{8836E077-AF0C-43EB-9BC4-F9A997879199}"/>
              </a:ext>
            </a:extLst>
          </p:cNvPr>
          <p:cNvSpPr>
            <a:spLocks xmlns:a="http://schemas.openxmlformats.org/drawingml/2006/main" noGrp="1"/>
          </p:cNvSpPr>
          <p:nvPr/>
        </p:nvSpPr>
        <p:spPr>
          <a:xfrm xmlns:a="http://schemas.openxmlformats.org/drawingml/2006/main">
            <a:off x="609600" y="36576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Khóa mã khi tạo đơn để tránh vượt lượt dùng cuối.</a:t>
            </a:r>
          </a:p>
        </p:txBody>
      </p:sp>
      <p:sp>
        <p:nvSpPr>
          <p:cNvPr id="6" name="">
            <a:extLst xmlns:a="http://schemas.openxmlformats.org/drawingml/2006/main">
              <a:ext uri="{FF2B5EF4-FFF2-40B4-BE49-F238E27FC236}">
                <a16:creationId xmlns:a16="http://schemas.microsoft.com/office/drawing/2014/main" id="{0A2D6ABC-9EB8-455A-A59A-546A30510C07}"/>
              </a:ext>
            </a:extLst>
          </p:cNvPr>
          <p:cNvSpPr>
            <a:spLocks xmlns:a="http://schemas.openxmlformats.org/drawingml/2006/main" noGrp="1"/>
          </p:cNvSpPr>
          <p:nvPr/>
        </p:nvSpPr>
        <p:spPr>
          <a:xfrm xmlns:a="http://schemas.openxmlformats.org/drawingml/2006/main">
            <a:off x="609600" y="48577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2D64"/>
                </a:solidFill>
                <a:latin typeface="Arial"/>
                <a:ea typeface="Arial"/>
                <a:cs typeface="Arial"/>
              </a:defRPr>
            </a:defPPr>
            <a:lvl1pPr>
              <a:defRPr sz="1875" b="1">
                <a:solidFill>
                  <a:srgbClr val="AC2D64"/>
                </a:solidFill>
                <a:latin typeface="Arial"/>
                <a:ea typeface="Arial"/>
                <a:cs typeface="Arial"/>
              </a:defRPr>
            </a:lvl1pPr>
            <a:lvl2pPr>
              <a:defRPr sz="1875" b="1">
                <a:solidFill>
                  <a:srgbClr val="AC2D64"/>
                </a:solidFill>
                <a:latin typeface="Arial"/>
                <a:ea typeface="Arial"/>
                <a:cs typeface="Arial"/>
              </a:defRPr>
            </a:lvl2pPr>
            <a:lvl3pPr>
              <a:defRPr sz="1875" b="1">
                <a:solidFill>
                  <a:srgbClr val="AC2D64"/>
                </a:solidFill>
                <a:latin typeface="Arial"/>
                <a:ea typeface="Arial"/>
                <a:cs typeface="Arial"/>
              </a:defRPr>
            </a:lvl3pPr>
            <a:lvl4pPr>
              <a:defRPr sz="1875" b="1">
                <a:solidFill>
                  <a:srgbClr val="AC2D64"/>
                </a:solidFill>
                <a:latin typeface="Arial"/>
                <a:ea typeface="Arial"/>
                <a:cs typeface="Arial"/>
              </a:defRPr>
            </a:lvl4pPr>
            <a:lvl5pPr>
              <a:defRPr sz="1875" b="1">
                <a:solidFill>
                  <a:srgbClr val="AC2D64"/>
                </a:solidFill>
                <a:latin typeface="Arial"/>
                <a:ea typeface="Arial"/>
                <a:cs typeface="Arial"/>
              </a:defRPr>
            </a:lvl5pPr>
            <a:lvl6pPr>
              <a:defRPr sz="1875" b="1">
                <a:solidFill>
                  <a:srgbClr val="AC2D64"/>
                </a:solidFill>
                <a:latin typeface="Arial"/>
                <a:ea typeface="Arial"/>
                <a:cs typeface="Arial"/>
              </a:defRPr>
            </a:lvl6pPr>
            <a:lvl7pPr>
              <a:defRPr sz="1875" b="1">
                <a:solidFill>
                  <a:srgbClr val="AC2D64"/>
                </a:solidFill>
                <a:latin typeface="Arial"/>
                <a:ea typeface="Arial"/>
                <a:cs typeface="Arial"/>
              </a:defRPr>
            </a:lvl7pPr>
            <a:lvl8pPr>
              <a:defRPr sz="1875" b="1">
                <a:solidFill>
                  <a:srgbClr val="AC2D64"/>
                </a:solidFill>
                <a:latin typeface="Arial"/>
                <a:ea typeface="Arial"/>
                <a:cs typeface="Arial"/>
              </a:defRPr>
            </a:lvl8pPr>
            <a:lvl9pPr>
              <a:defRPr sz="1875" b="1">
                <a:solidFill>
                  <a:srgbClr val="AC2D64"/>
                </a:solidFill>
                <a:latin typeface="Arial"/>
                <a:ea typeface="Arial"/>
                <a:cs typeface="Arial"/>
              </a:defRPr>
            </a:lvl9pPr>
          </a:lstStyle>
          <a:p xmlns:a="http://schemas.openxmlformats.org/drawingml/2006/main">
            <a:pPr>
              <a:defRPr sz="1875" b="1">
                <a:solidFill>
                  <a:srgbClr val="AC2D64"/>
                </a:solidFill>
                <a:latin typeface="Arial"/>
                <a:ea typeface="Arial"/>
                <a:cs typeface="Arial"/>
              </a:defRPr>
            </a:pPr>
            <a:r>
              <a:rPr sz="1875" b="1">
                <a:solidFill>
                  <a:srgbClr val="AC2D64"/>
                </a:solidFill>
                <a:latin typeface="Arial"/>
                <a:ea typeface="Arial"/>
                <a:cs typeface="Arial"/>
              </a:rPr>
              <a:t>DEMO  Nhập HETHAN10, sau đó thử mã NGOT50K</a:t>
            </a:r>
          </a:p>
        </p:txBody>
      </p:sp>
      <p:sp>
        <p:nvSpPr>
          <p:cNvPr id="7" name="">
            <a:extLst xmlns:a="http://schemas.openxmlformats.org/drawingml/2006/main">
              <a:ext uri="{FF2B5EF4-FFF2-40B4-BE49-F238E27FC236}">
                <a16:creationId xmlns:a16="http://schemas.microsoft.com/office/drawing/2014/main" id="{E6900ECE-38C5-48FB-8640-A35D347F75CA}"/>
              </a:ext>
            </a:extLst>
          </p:cNvPr>
          <p:cNvSpPr>
            <a:spLocks xmlns:a="http://schemas.openxmlformats.org/drawingml/2006/main" noGrp="1"/>
          </p:cNvSpPr>
          <p:nvPr/>
        </p:nvSpPr>
        <p:spPr>
          <a:xfrm xmlns:a="http://schemas.openxmlformats.org/drawingml/2006/main">
            <a:off x="609600" y="55054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233E"/>
                </a:solidFill>
                <a:latin typeface="Arial"/>
                <a:ea typeface="Arial"/>
                <a:cs typeface="Arial"/>
              </a:defRPr>
            </a:defPPr>
            <a:lvl1pPr>
              <a:defRPr sz="2025" b="0">
                <a:solidFill>
                  <a:srgbClr val="61233E"/>
                </a:solidFill>
                <a:latin typeface="Arial"/>
                <a:ea typeface="Arial"/>
                <a:cs typeface="Arial"/>
              </a:defRPr>
            </a:lvl1pPr>
            <a:lvl2pPr>
              <a:defRPr sz="2025" b="0">
                <a:solidFill>
                  <a:srgbClr val="61233E"/>
                </a:solidFill>
                <a:latin typeface="Arial"/>
                <a:ea typeface="Arial"/>
                <a:cs typeface="Arial"/>
              </a:defRPr>
            </a:lvl2pPr>
            <a:lvl3pPr>
              <a:defRPr sz="2025" b="0">
                <a:solidFill>
                  <a:srgbClr val="61233E"/>
                </a:solidFill>
                <a:latin typeface="Arial"/>
                <a:ea typeface="Arial"/>
                <a:cs typeface="Arial"/>
              </a:defRPr>
            </a:lvl3pPr>
            <a:lvl4pPr>
              <a:defRPr sz="2025" b="0">
                <a:solidFill>
                  <a:srgbClr val="61233E"/>
                </a:solidFill>
                <a:latin typeface="Arial"/>
                <a:ea typeface="Arial"/>
                <a:cs typeface="Arial"/>
              </a:defRPr>
            </a:lvl4pPr>
            <a:lvl5pPr>
              <a:defRPr sz="2025" b="0">
                <a:solidFill>
                  <a:srgbClr val="61233E"/>
                </a:solidFill>
                <a:latin typeface="Arial"/>
                <a:ea typeface="Arial"/>
                <a:cs typeface="Arial"/>
              </a:defRPr>
            </a:lvl5pPr>
            <a:lvl6pPr>
              <a:defRPr sz="2025" b="0">
                <a:solidFill>
                  <a:srgbClr val="61233E"/>
                </a:solidFill>
                <a:latin typeface="Arial"/>
                <a:ea typeface="Arial"/>
                <a:cs typeface="Arial"/>
              </a:defRPr>
            </a:lvl6pPr>
            <a:lvl7pPr>
              <a:defRPr sz="2025" b="0">
                <a:solidFill>
                  <a:srgbClr val="61233E"/>
                </a:solidFill>
                <a:latin typeface="Arial"/>
                <a:ea typeface="Arial"/>
                <a:cs typeface="Arial"/>
              </a:defRPr>
            </a:lvl7pPr>
            <a:lvl8pPr>
              <a:defRPr sz="2025" b="0">
                <a:solidFill>
                  <a:srgbClr val="61233E"/>
                </a:solidFill>
                <a:latin typeface="Arial"/>
                <a:ea typeface="Arial"/>
                <a:cs typeface="Arial"/>
              </a:defRPr>
            </a:lvl8pPr>
            <a:lvl9pPr>
              <a:defRPr sz="2025" b="0">
                <a:solidFill>
                  <a:srgbClr val="61233E"/>
                </a:solidFill>
                <a:latin typeface="Arial"/>
                <a:ea typeface="Arial"/>
                <a:cs typeface="Arial"/>
              </a:defRPr>
            </a:lvl9pPr>
          </a:lstStyle>
          <a:p xmlns:a="http://schemas.openxmlformats.org/drawingml/2006/main">
            <a:pPr>
              <a:defRPr sz="2025" b="0">
                <a:solidFill>
                  <a:srgbClr val="61233E"/>
                </a:solidFill>
                <a:latin typeface="Arial"/>
                <a:ea typeface="Arial"/>
                <a:cs typeface="Arial"/>
              </a:defRPr>
            </a:pPr>
            <a:r>
              <a:rPr sz="2025" b="0">
                <a:solidFill>
                  <a:srgbClr val="61233E"/>
                </a:solidFill>
                <a:latin typeface="Arial"/>
                <a:ea typeface="Arial"/>
                <a:cs typeface="Arial"/>
              </a:rPr>
              <a:t>Mã hết hạn bị từ chối. Đủ 300.000 đ tiền bánh giảm 50.000 đ.</a:t>
            </a:r>
          </a:p>
        </p:txBody>
      </p:sp>
      <p:sp>
        <p:nvSpPr>
          <p:cNvPr id="8" name="">
            <a:extLst xmlns:a="http://schemas.openxmlformats.org/drawingml/2006/main">
              <a:ext uri="{FF2B5EF4-FFF2-40B4-BE49-F238E27FC236}">
                <a16:creationId xmlns:a16="http://schemas.microsoft.com/office/drawing/2014/main" id="{CE9693F4-B232-4C57-8508-EA859561FFAA}"/>
              </a:ext>
            </a:extLst>
          </p:cNvPr>
          <p:cNvSpPr>
            <a:spLocks xmlns:a="http://schemas.openxmlformats.org/drawingml/2006/main" noGrp="1"/>
          </p:cNvSpPr>
          <p:nvPr/>
        </p:nvSpPr>
        <p:spPr>
          <a:xfrm xmlns:a="http://schemas.openxmlformats.org/drawingml/2006/main">
            <a:off x="1066800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8667C"/>
                </a:solidFill>
                <a:latin typeface="Arial"/>
                <a:ea typeface="Arial"/>
                <a:cs typeface="Arial"/>
              </a:defRPr>
            </a:defPPr>
            <a:lvl1pPr>
              <a:defRPr sz="1200" b="0">
                <a:solidFill>
                  <a:srgbClr val="98667C"/>
                </a:solidFill>
                <a:latin typeface="Arial"/>
                <a:ea typeface="Arial"/>
                <a:cs typeface="Arial"/>
              </a:defRPr>
            </a:lvl1pPr>
            <a:lvl2pPr>
              <a:defRPr sz="1200" b="0">
                <a:solidFill>
                  <a:srgbClr val="98667C"/>
                </a:solidFill>
                <a:latin typeface="Arial"/>
                <a:ea typeface="Arial"/>
                <a:cs typeface="Arial"/>
              </a:defRPr>
            </a:lvl2pPr>
            <a:lvl3pPr>
              <a:defRPr sz="1200" b="0">
                <a:solidFill>
                  <a:srgbClr val="98667C"/>
                </a:solidFill>
                <a:latin typeface="Arial"/>
                <a:ea typeface="Arial"/>
                <a:cs typeface="Arial"/>
              </a:defRPr>
            </a:lvl3pPr>
            <a:lvl4pPr>
              <a:defRPr sz="1200" b="0">
                <a:solidFill>
                  <a:srgbClr val="98667C"/>
                </a:solidFill>
                <a:latin typeface="Arial"/>
                <a:ea typeface="Arial"/>
                <a:cs typeface="Arial"/>
              </a:defRPr>
            </a:lvl4pPr>
            <a:lvl5pPr>
              <a:defRPr sz="1200" b="0">
                <a:solidFill>
                  <a:srgbClr val="98667C"/>
                </a:solidFill>
                <a:latin typeface="Arial"/>
                <a:ea typeface="Arial"/>
                <a:cs typeface="Arial"/>
              </a:defRPr>
            </a:lvl5pPr>
            <a:lvl6pPr>
              <a:defRPr sz="1200" b="0">
                <a:solidFill>
                  <a:srgbClr val="98667C"/>
                </a:solidFill>
                <a:latin typeface="Arial"/>
                <a:ea typeface="Arial"/>
                <a:cs typeface="Arial"/>
              </a:defRPr>
            </a:lvl6pPr>
            <a:lvl7pPr>
              <a:defRPr sz="1200" b="0">
                <a:solidFill>
                  <a:srgbClr val="98667C"/>
                </a:solidFill>
                <a:latin typeface="Arial"/>
                <a:ea typeface="Arial"/>
                <a:cs typeface="Arial"/>
              </a:defRPr>
            </a:lvl7pPr>
            <a:lvl8pPr>
              <a:defRPr sz="1200" b="0">
                <a:solidFill>
                  <a:srgbClr val="98667C"/>
                </a:solidFill>
                <a:latin typeface="Arial"/>
                <a:ea typeface="Arial"/>
                <a:cs typeface="Arial"/>
              </a:defRPr>
            </a:lvl8pPr>
            <a:lvl9pPr>
              <a:defRPr sz="1200" b="0">
                <a:solidFill>
                  <a:srgbClr val="98667C"/>
                </a:solidFill>
                <a:latin typeface="Arial"/>
                <a:ea typeface="Arial"/>
                <a:cs typeface="Arial"/>
              </a:defRPr>
            </a:lvl9pPr>
          </a:lstStyle>
          <a:p xmlns:a="http://schemas.openxmlformats.org/drawingml/2006/main">
            <a:pPr>
              <a:defRPr sz="1200" b="0">
                <a:solidFill>
                  <a:srgbClr val="98667C"/>
                </a:solidFill>
                <a:latin typeface="Arial"/>
                <a:ea typeface="Arial"/>
                <a:cs typeface="Arial"/>
              </a:defRPr>
            </a:pPr>
            <a:r>
              <a:rPr sz="1200" b="0">
                <a:solidFill>
                  <a:srgbClr val="98667C"/>
                </a:solidFill>
                <a:latin typeface="Arial"/>
                <a:ea typeface="Arial"/>
                <a:cs typeface="Arial"/>
              </a:rPr>
              <a:t>3 / 4</a:t>
            </a:r>
          </a:p>
        </p:txBody>
      </p:sp>
    </p:spTree>
    <p:extLst>
      <p:ext uri="{BB962C8B-B14F-4D97-AF65-F5344CB8AC3E}">
        <p14:creationId xmlns:p14="http://schemas.microsoft.com/office/powerpoint/2010/main" val="1012489375"/>
      </p:ext>
    </p:extLst>
  </p:cSld>
</p:sld>
</file>

<file path=ppt/slides/slide4.xml><?xml version="1.0" encoding="utf-8"?>
<p:sld xmlns:p="http://schemas.openxmlformats.org/presentationml/2006/main">
  <p:cSld>
    <p:bg>
      <p:bgPr>
        <a:solidFill xmlns:a="http://schemas.openxmlformats.org/drawingml/2006/main">
          <a:srgbClr val="FFF5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D01A01-552E-4996-BE16-11F4682E4422}"/>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C2D64"/>
                </a:solidFill>
                <a:latin typeface="Arial"/>
                <a:ea typeface="Arial"/>
                <a:cs typeface="Arial"/>
              </a:defRPr>
            </a:defPPr>
            <a:lvl1pPr>
              <a:defRPr sz="1425" b="1">
                <a:solidFill>
                  <a:srgbClr val="AC2D64"/>
                </a:solidFill>
                <a:latin typeface="Arial"/>
                <a:ea typeface="Arial"/>
                <a:cs typeface="Arial"/>
              </a:defRPr>
            </a:lvl1pPr>
            <a:lvl2pPr>
              <a:defRPr sz="1425" b="1">
                <a:solidFill>
                  <a:srgbClr val="AC2D64"/>
                </a:solidFill>
                <a:latin typeface="Arial"/>
                <a:ea typeface="Arial"/>
                <a:cs typeface="Arial"/>
              </a:defRPr>
            </a:lvl2pPr>
            <a:lvl3pPr>
              <a:defRPr sz="1425" b="1">
                <a:solidFill>
                  <a:srgbClr val="AC2D64"/>
                </a:solidFill>
                <a:latin typeface="Arial"/>
                <a:ea typeface="Arial"/>
                <a:cs typeface="Arial"/>
              </a:defRPr>
            </a:lvl3pPr>
            <a:lvl4pPr>
              <a:defRPr sz="1425" b="1">
                <a:solidFill>
                  <a:srgbClr val="AC2D64"/>
                </a:solidFill>
                <a:latin typeface="Arial"/>
                <a:ea typeface="Arial"/>
                <a:cs typeface="Arial"/>
              </a:defRPr>
            </a:lvl4pPr>
            <a:lvl5pPr>
              <a:defRPr sz="1425" b="1">
                <a:solidFill>
                  <a:srgbClr val="AC2D64"/>
                </a:solidFill>
                <a:latin typeface="Arial"/>
                <a:ea typeface="Arial"/>
                <a:cs typeface="Arial"/>
              </a:defRPr>
            </a:lvl5pPr>
            <a:lvl6pPr>
              <a:defRPr sz="1425" b="1">
                <a:solidFill>
                  <a:srgbClr val="AC2D64"/>
                </a:solidFill>
                <a:latin typeface="Arial"/>
                <a:ea typeface="Arial"/>
                <a:cs typeface="Arial"/>
              </a:defRPr>
            </a:lvl6pPr>
            <a:lvl7pPr>
              <a:defRPr sz="1425" b="1">
                <a:solidFill>
                  <a:srgbClr val="AC2D64"/>
                </a:solidFill>
                <a:latin typeface="Arial"/>
                <a:ea typeface="Arial"/>
                <a:cs typeface="Arial"/>
              </a:defRPr>
            </a:lvl7pPr>
            <a:lvl8pPr>
              <a:defRPr sz="1425" b="1">
                <a:solidFill>
                  <a:srgbClr val="AC2D64"/>
                </a:solidFill>
                <a:latin typeface="Arial"/>
                <a:ea typeface="Arial"/>
                <a:cs typeface="Arial"/>
              </a:defRPr>
            </a:lvl8pPr>
            <a:lvl9pPr>
              <a:defRPr sz="1425" b="1">
                <a:solidFill>
                  <a:srgbClr val="AC2D64"/>
                </a:solidFill>
                <a:latin typeface="Arial"/>
                <a:ea typeface="Arial"/>
                <a:cs typeface="Arial"/>
              </a:defRPr>
            </a:lvl9pPr>
          </a:lstStyle>
          <a:p xmlns:a="http://schemas.openxmlformats.org/drawingml/2006/main">
            <a:pPr>
              <a:defRPr sz="1425" b="1">
                <a:solidFill>
                  <a:srgbClr val="AC2D64"/>
                </a:solidFill>
                <a:latin typeface="Arial"/>
                <a:ea typeface="Arial"/>
                <a:cs typeface="Arial"/>
              </a:defRPr>
            </a:pPr>
            <a:r>
              <a:rPr sz="1425" b="1">
                <a:solidFill>
                  <a:srgbClr val="AC2D64"/>
                </a:solidFill>
                <a:latin typeface="Arial"/>
                <a:ea typeface="Arial"/>
                <a:cs typeface="Arial"/>
              </a:rPr>
              <a:t>BÓNG BAKERY / QUYẾT ĐỊNH THIẾT KẾ</a:t>
            </a:r>
          </a:p>
        </p:txBody>
      </p:sp>
      <p:sp>
        <p:nvSpPr>
          <p:cNvPr id="2" name="">
            <a:extLst xmlns:a="http://schemas.openxmlformats.org/drawingml/2006/main">
              <a:ext uri="{FF2B5EF4-FFF2-40B4-BE49-F238E27FC236}">
                <a16:creationId xmlns:a16="http://schemas.microsoft.com/office/drawing/2014/main" id="{8D816B58-40A9-44F5-8C2D-30E39E00DEBD}"/>
              </a:ext>
            </a:extLst>
          </p:cNvPr>
          <p:cNvSpPr>
            <a:spLocks xmlns:a="http://schemas.openxmlformats.org/drawingml/2006/main" noGrp="1"/>
          </p:cNvSpPr>
          <p:nvPr/>
        </p:nvSpPr>
        <p:spPr>
          <a:xfrm xmlns:a="http://schemas.openxmlformats.org/drawingml/2006/main">
            <a:off x="609600" y="990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61233E"/>
                </a:solidFill>
                <a:latin typeface="Arial"/>
                <a:ea typeface="Arial"/>
                <a:cs typeface="Arial"/>
              </a:defRPr>
            </a:defPPr>
            <a:lvl1pPr>
              <a:defRPr sz="3225" b="1">
                <a:solidFill>
                  <a:srgbClr val="61233E"/>
                </a:solidFill>
                <a:latin typeface="Arial"/>
                <a:ea typeface="Arial"/>
                <a:cs typeface="Arial"/>
              </a:defRPr>
            </a:lvl1pPr>
            <a:lvl2pPr>
              <a:defRPr sz="3225" b="1">
                <a:solidFill>
                  <a:srgbClr val="61233E"/>
                </a:solidFill>
                <a:latin typeface="Arial"/>
                <a:ea typeface="Arial"/>
                <a:cs typeface="Arial"/>
              </a:defRPr>
            </a:lvl2pPr>
            <a:lvl3pPr>
              <a:defRPr sz="3225" b="1">
                <a:solidFill>
                  <a:srgbClr val="61233E"/>
                </a:solidFill>
                <a:latin typeface="Arial"/>
                <a:ea typeface="Arial"/>
                <a:cs typeface="Arial"/>
              </a:defRPr>
            </a:lvl3pPr>
            <a:lvl4pPr>
              <a:defRPr sz="3225" b="1">
                <a:solidFill>
                  <a:srgbClr val="61233E"/>
                </a:solidFill>
                <a:latin typeface="Arial"/>
                <a:ea typeface="Arial"/>
                <a:cs typeface="Arial"/>
              </a:defRPr>
            </a:lvl4pPr>
            <a:lvl5pPr>
              <a:defRPr sz="3225" b="1">
                <a:solidFill>
                  <a:srgbClr val="61233E"/>
                </a:solidFill>
                <a:latin typeface="Arial"/>
                <a:ea typeface="Arial"/>
                <a:cs typeface="Arial"/>
              </a:defRPr>
            </a:lvl5pPr>
            <a:lvl6pPr>
              <a:defRPr sz="3225" b="1">
                <a:solidFill>
                  <a:srgbClr val="61233E"/>
                </a:solidFill>
                <a:latin typeface="Arial"/>
                <a:ea typeface="Arial"/>
                <a:cs typeface="Arial"/>
              </a:defRPr>
            </a:lvl6pPr>
            <a:lvl7pPr>
              <a:defRPr sz="3225" b="1">
                <a:solidFill>
                  <a:srgbClr val="61233E"/>
                </a:solidFill>
                <a:latin typeface="Arial"/>
                <a:ea typeface="Arial"/>
                <a:cs typeface="Arial"/>
              </a:defRPr>
            </a:lvl7pPr>
            <a:lvl8pPr>
              <a:defRPr sz="3225" b="1">
                <a:solidFill>
                  <a:srgbClr val="61233E"/>
                </a:solidFill>
                <a:latin typeface="Arial"/>
                <a:ea typeface="Arial"/>
                <a:cs typeface="Arial"/>
              </a:defRPr>
            </a:lvl8pPr>
            <a:lvl9pPr>
              <a:defRPr sz="3225" b="1">
                <a:solidFill>
                  <a:srgbClr val="61233E"/>
                </a:solidFill>
                <a:latin typeface="Arial"/>
                <a:ea typeface="Arial"/>
                <a:cs typeface="Arial"/>
              </a:defRPr>
            </a:lvl9pPr>
          </a:lstStyle>
          <a:p xmlns:a="http://schemas.openxmlformats.org/drawingml/2006/main">
            <a:pPr>
              <a:defRPr sz="3225" b="1">
                <a:solidFill>
                  <a:srgbClr val="61233E"/>
                </a:solidFill>
                <a:latin typeface="Arial"/>
                <a:ea typeface="Arial"/>
                <a:cs typeface="Arial"/>
              </a:defRPr>
            </a:pPr>
            <a:r>
              <a:rPr sz="3225" b="1">
                <a:solidFill>
                  <a:srgbClr val="61233E"/>
                </a:solidFill>
                <a:latin typeface="Arial"/>
                <a:ea typeface="Arial"/>
                <a:cs typeface="Arial"/>
              </a:rPr>
              <a:t>Hủy đơn và hoàn tiền</a:t>
            </a:r>
          </a:p>
        </p:txBody>
      </p:sp>
      <p:sp>
        <p:nvSpPr>
          <p:cNvPr id="3" name="">
            <a:extLst xmlns:a="http://schemas.openxmlformats.org/drawingml/2006/main">
              <a:ext uri="{FF2B5EF4-FFF2-40B4-BE49-F238E27FC236}">
                <a16:creationId xmlns:a16="http://schemas.microsoft.com/office/drawing/2014/main" id="{3C713451-4381-41CC-A808-0FB15A31166C}"/>
              </a:ext>
            </a:extLst>
          </p:cNvPr>
          <p:cNvSpPr>
            <a:spLocks xmlns:a="http://schemas.openxmlformats.org/drawingml/2006/main" noGrp="1"/>
          </p:cNvSpPr>
          <p:nvPr/>
        </p:nvSpPr>
        <p:spPr>
          <a:xfrm xmlns:a="http://schemas.openxmlformats.org/drawingml/2006/main">
            <a:off x="609600" y="23241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Quyết định: khách chỉ hủy đơn đang chờ xác nhận.</a:t>
            </a:r>
          </a:p>
        </p:txBody>
      </p:sp>
      <p:sp>
        <p:nvSpPr>
          <p:cNvPr id="4" name="">
            <a:extLst xmlns:a="http://schemas.openxmlformats.org/drawingml/2006/main">
              <a:ext uri="{FF2B5EF4-FFF2-40B4-BE49-F238E27FC236}">
                <a16:creationId xmlns:a16="http://schemas.microsoft.com/office/drawing/2014/main" id="{41BE0E54-49B7-4145-A5F6-745F1C70938D}"/>
              </a:ext>
            </a:extLst>
          </p:cNvPr>
          <p:cNvSpPr>
            <a:spLocks xmlns:a="http://schemas.openxmlformats.org/drawingml/2006/main" noGrp="1"/>
          </p:cNvSpPr>
          <p:nvPr/>
        </p:nvSpPr>
        <p:spPr>
          <a:xfrm xmlns:a="http://schemas.openxmlformats.org/drawingml/2006/main">
            <a:off x="609600" y="29908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Hủy đơn hoàn kho một lần, đơn đã thu vào danh sách chờ hoàn.</a:t>
            </a:r>
          </a:p>
        </p:txBody>
      </p:sp>
      <p:sp>
        <p:nvSpPr>
          <p:cNvPr id="5" name="">
            <a:extLst xmlns:a="http://schemas.openxmlformats.org/drawingml/2006/main">
              <a:ext uri="{FF2B5EF4-FFF2-40B4-BE49-F238E27FC236}">
                <a16:creationId xmlns:a16="http://schemas.microsoft.com/office/drawing/2014/main" id="{5E66F15A-CBE1-42C4-B6A3-CA83C9FC3EB5}"/>
              </a:ext>
            </a:extLst>
          </p:cNvPr>
          <p:cNvSpPr>
            <a:spLocks xmlns:a="http://schemas.openxmlformats.org/drawingml/2006/main" noGrp="1"/>
          </p:cNvSpPr>
          <p:nvPr/>
        </p:nvSpPr>
        <p:spPr>
          <a:xfrm xmlns:a="http://schemas.openxmlformats.org/drawingml/2006/main">
            <a:off x="609600" y="36576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0323A"/>
                </a:solidFill>
                <a:latin typeface="Arial"/>
                <a:ea typeface="Arial"/>
                <a:cs typeface="Arial"/>
              </a:defRPr>
            </a:defPPr>
            <a:lvl1pPr>
              <a:defRPr sz="2100" b="0">
                <a:solidFill>
                  <a:srgbClr val="40323A"/>
                </a:solidFill>
                <a:latin typeface="Arial"/>
                <a:ea typeface="Arial"/>
                <a:cs typeface="Arial"/>
              </a:defRPr>
            </a:lvl1pPr>
            <a:lvl2pPr>
              <a:defRPr sz="2100" b="0">
                <a:solidFill>
                  <a:srgbClr val="40323A"/>
                </a:solidFill>
                <a:latin typeface="Arial"/>
                <a:ea typeface="Arial"/>
                <a:cs typeface="Arial"/>
              </a:defRPr>
            </a:lvl2pPr>
            <a:lvl3pPr>
              <a:defRPr sz="2100" b="0">
                <a:solidFill>
                  <a:srgbClr val="40323A"/>
                </a:solidFill>
                <a:latin typeface="Arial"/>
                <a:ea typeface="Arial"/>
                <a:cs typeface="Arial"/>
              </a:defRPr>
            </a:lvl3pPr>
            <a:lvl4pPr>
              <a:defRPr sz="2100" b="0">
                <a:solidFill>
                  <a:srgbClr val="40323A"/>
                </a:solidFill>
                <a:latin typeface="Arial"/>
                <a:ea typeface="Arial"/>
                <a:cs typeface="Arial"/>
              </a:defRPr>
            </a:lvl4pPr>
            <a:lvl5pPr>
              <a:defRPr sz="2100" b="0">
                <a:solidFill>
                  <a:srgbClr val="40323A"/>
                </a:solidFill>
                <a:latin typeface="Arial"/>
                <a:ea typeface="Arial"/>
                <a:cs typeface="Arial"/>
              </a:defRPr>
            </a:lvl5pPr>
            <a:lvl6pPr>
              <a:defRPr sz="2100" b="0">
                <a:solidFill>
                  <a:srgbClr val="40323A"/>
                </a:solidFill>
                <a:latin typeface="Arial"/>
                <a:ea typeface="Arial"/>
                <a:cs typeface="Arial"/>
              </a:defRPr>
            </a:lvl6pPr>
            <a:lvl7pPr>
              <a:defRPr sz="2100" b="0">
                <a:solidFill>
                  <a:srgbClr val="40323A"/>
                </a:solidFill>
                <a:latin typeface="Arial"/>
                <a:ea typeface="Arial"/>
                <a:cs typeface="Arial"/>
              </a:defRPr>
            </a:lvl7pPr>
            <a:lvl8pPr>
              <a:defRPr sz="2100" b="0">
                <a:solidFill>
                  <a:srgbClr val="40323A"/>
                </a:solidFill>
                <a:latin typeface="Arial"/>
                <a:ea typeface="Arial"/>
                <a:cs typeface="Arial"/>
              </a:defRPr>
            </a:lvl8pPr>
            <a:lvl9pPr>
              <a:defRPr sz="2100" b="0">
                <a:solidFill>
                  <a:srgbClr val="40323A"/>
                </a:solidFill>
                <a:latin typeface="Arial"/>
                <a:ea typeface="Arial"/>
                <a:cs typeface="Arial"/>
              </a:defRPr>
            </a:lvl9pPr>
          </a:lstStyle>
          <a:p xmlns:a="http://schemas.openxmlformats.org/drawingml/2006/main">
            <a:pPr>
              <a:defRPr sz="2100" b="0">
                <a:solidFill>
                  <a:srgbClr val="40323A"/>
                </a:solidFill>
                <a:latin typeface="Arial"/>
                <a:ea typeface="Arial"/>
                <a:cs typeface="Arial"/>
              </a:defRPr>
            </a:pPr>
            <a:r>
              <a:rPr sz="2100" b="0">
                <a:solidFill>
                  <a:srgbClr val="40323A"/>
                </a:solidFill>
                <a:latin typeface="Arial"/>
                <a:ea typeface="Arial"/>
                <a:cs typeface="Arial"/>
              </a:rPr>
              <a:t>Admin hoàn thực tế rồi lưu kênh và mã giao dịch.</a:t>
            </a:r>
          </a:p>
        </p:txBody>
      </p:sp>
      <p:sp>
        <p:nvSpPr>
          <p:cNvPr id="6" name="">
            <a:extLst xmlns:a="http://schemas.openxmlformats.org/drawingml/2006/main">
              <a:ext uri="{FF2B5EF4-FFF2-40B4-BE49-F238E27FC236}">
                <a16:creationId xmlns:a16="http://schemas.microsoft.com/office/drawing/2014/main" id="{B1360479-1F0D-4959-B8A0-65A550940B40}"/>
              </a:ext>
            </a:extLst>
          </p:cNvPr>
          <p:cNvSpPr>
            <a:spLocks xmlns:a="http://schemas.openxmlformats.org/drawingml/2006/main" noGrp="1"/>
          </p:cNvSpPr>
          <p:nvPr/>
        </p:nvSpPr>
        <p:spPr>
          <a:xfrm xmlns:a="http://schemas.openxmlformats.org/drawingml/2006/main">
            <a:off x="609600" y="48577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C2D64"/>
                </a:solidFill>
                <a:latin typeface="Arial"/>
                <a:ea typeface="Arial"/>
                <a:cs typeface="Arial"/>
              </a:defRPr>
            </a:defPPr>
            <a:lvl1pPr>
              <a:defRPr sz="1875" b="1">
                <a:solidFill>
                  <a:srgbClr val="AC2D64"/>
                </a:solidFill>
                <a:latin typeface="Arial"/>
                <a:ea typeface="Arial"/>
                <a:cs typeface="Arial"/>
              </a:defRPr>
            </a:lvl1pPr>
            <a:lvl2pPr>
              <a:defRPr sz="1875" b="1">
                <a:solidFill>
                  <a:srgbClr val="AC2D64"/>
                </a:solidFill>
                <a:latin typeface="Arial"/>
                <a:ea typeface="Arial"/>
                <a:cs typeface="Arial"/>
              </a:defRPr>
            </a:lvl2pPr>
            <a:lvl3pPr>
              <a:defRPr sz="1875" b="1">
                <a:solidFill>
                  <a:srgbClr val="AC2D64"/>
                </a:solidFill>
                <a:latin typeface="Arial"/>
                <a:ea typeface="Arial"/>
                <a:cs typeface="Arial"/>
              </a:defRPr>
            </a:lvl3pPr>
            <a:lvl4pPr>
              <a:defRPr sz="1875" b="1">
                <a:solidFill>
                  <a:srgbClr val="AC2D64"/>
                </a:solidFill>
                <a:latin typeface="Arial"/>
                <a:ea typeface="Arial"/>
                <a:cs typeface="Arial"/>
              </a:defRPr>
            </a:lvl4pPr>
            <a:lvl5pPr>
              <a:defRPr sz="1875" b="1">
                <a:solidFill>
                  <a:srgbClr val="AC2D64"/>
                </a:solidFill>
                <a:latin typeface="Arial"/>
                <a:ea typeface="Arial"/>
                <a:cs typeface="Arial"/>
              </a:defRPr>
            </a:lvl5pPr>
            <a:lvl6pPr>
              <a:defRPr sz="1875" b="1">
                <a:solidFill>
                  <a:srgbClr val="AC2D64"/>
                </a:solidFill>
                <a:latin typeface="Arial"/>
                <a:ea typeface="Arial"/>
                <a:cs typeface="Arial"/>
              </a:defRPr>
            </a:lvl6pPr>
            <a:lvl7pPr>
              <a:defRPr sz="1875" b="1">
                <a:solidFill>
                  <a:srgbClr val="AC2D64"/>
                </a:solidFill>
                <a:latin typeface="Arial"/>
                <a:ea typeface="Arial"/>
                <a:cs typeface="Arial"/>
              </a:defRPr>
            </a:lvl7pPr>
            <a:lvl8pPr>
              <a:defRPr sz="1875" b="1">
                <a:solidFill>
                  <a:srgbClr val="AC2D64"/>
                </a:solidFill>
                <a:latin typeface="Arial"/>
                <a:ea typeface="Arial"/>
                <a:cs typeface="Arial"/>
              </a:defRPr>
            </a:lvl8pPr>
            <a:lvl9pPr>
              <a:defRPr sz="1875" b="1">
                <a:solidFill>
                  <a:srgbClr val="AC2D64"/>
                </a:solidFill>
                <a:latin typeface="Arial"/>
                <a:ea typeface="Arial"/>
                <a:cs typeface="Arial"/>
              </a:defRPr>
            </a:lvl9pPr>
          </a:lstStyle>
          <a:p xmlns:a="http://schemas.openxmlformats.org/drawingml/2006/main">
            <a:pPr>
              <a:defRPr sz="1875" b="1">
                <a:solidFill>
                  <a:srgbClr val="AC2D64"/>
                </a:solidFill>
                <a:latin typeface="Arial"/>
                <a:ea typeface="Arial"/>
                <a:cs typeface="Arial"/>
              </a:defRPr>
            </a:pPr>
            <a:r>
              <a:rPr sz="1875" b="1">
                <a:solidFill>
                  <a:srgbClr val="AC2D64"/>
                </a:solidFill>
                <a:latin typeface="Arial"/>
                <a:ea typeface="Arial"/>
                <a:cs typeface="Arial"/>
              </a:rPr>
              <a:t>DEMO  Hủy đơn đã thu tiền, mở mục “Hoàn tiền sau hủy”</a:t>
            </a:r>
          </a:p>
        </p:txBody>
      </p:sp>
      <p:sp>
        <p:nvSpPr>
          <p:cNvPr id="7" name="">
            <a:extLst xmlns:a="http://schemas.openxmlformats.org/drawingml/2006/main">
              <a:ext uri="{FF2B5EF4-FFF2-40B4-BE49-F238E27FC236}">
                <a16:creationId xmlns:a16="http://schemas.microsoft.com/office/drawing/2014/main" id="{DD0B28DF-1345-4578-A45B-22E19C0A3995}"/>
              </a:ext>
            </a:extLst>
          </p:cNvPr>
          <p:cNvSpPr>
            <a:spLocks xmlns:a="http://schemas.openxmlformats.org/drawingml/2006/main" noGrp="1"/>
          </p:cNvSpPr>
          <p:nvPr/>
        </p:nvSpPr>
        <p:spPr>
          <a:xfrm xmlns:a="http://schemas.openxmlformats.org/drawingml/2006/main">
            <a:off x="609600" y="55054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233E"/>
                </a:solidFill>
                <a:latin typeface="Arial"/>
                <a:ea typeface="Arial"/>
                <a:cs typeface="Arial"/>
              </a:defRPr>
            </a:defPPr>
            <a:lvl1pPr>
              <a:defRPr sz="2025" b="0">
                <a:solidFill>
                  <a:srgbClr val="61233E"/>
                </a:solidFill>
                <a:latin typeface="Arial"/>
                <a:ea typeface="Arial"/>
                <a:cs typeface="Arial"/>
              </a:defRPr>
            </a:lvl1pPr>
            <a:lvl2pPr>
              <a:defRPr sz="2025" b="0">
                <a:solidFill>
                  <a:srgbClr val="61233E"/>
                </a:solidFill>
                <a:latin typeface="Arial"/>
                <a:ea typeface="Arial"/>
                <a:cs typeface="Arial"/>
              </a:defRPr>
            </a:lvl2pPr>
            <a:lvl3pPr>
              <a:defRPr sz="2025" b="0">
                <a:solidFill>
                  <a:srgbClr val="61233E"/>
                </a:solidFill>
                <a:latin typeface="Arial"/>
                <a:ea typeface="Arial"/>
                <a:cs typeface="Arial"/>
              </a:defRPr>
            </a:lvl3pPr>
            <a:lvl4pPr>
              <a:defRPr sz="2025" b="0">
                <a:solidFill>
                  <a:srgbClr val="61233E"/>
                </a:solidFill>
                <a:latin typeface="Arial"/>
                <a:ea typeface="Arial"/>
                <a:cs typeface="Arial"/>
              </a:defRPr>
            </a:lvl4pPr>
            <a:lvl5pPr>
              <a:defRPr sz="2025" b="0">
                <a:solidFill>
                  <a:srgbClr val="61233E"/>
                </a:solidFill>
                <a:latin typeface="Arial"/>
                <a:ea typeface="Arial"/>
                <a:cs typeface="Arial"/>
              </a:defRPr>
            </a:lvl5pPr>
            <a:lvl6pPr>
              <a:defRPr sz="2025" b="0">
                <a:solidFill>
                  <a:srgbClr val="61233E"/>
                </a:solidFill>
                <a:latin typeface="Arial"/>
                <a:ea typeface="Arial"/>
                <a:cs typeface="Arial"/>
              </a:defRPr>
            </a:lvl6pPr>
            <a:lvl7pPr>
              <a:defRPr sz="2025" b="0">
                <a:solidFill>
                  <a:srgbClr val="61233E"/>
                </a:solidFill>
                <a:latin typeface="Arial"/>
                <a:ea typeface="Arial"/>
                <a:cs typeface="Arial"/>
              </a:defRPr>
            </a:lvl7pPr>
            <a:lvl8pPr>
              <a:defRPr sz="2025" b="0">
                <a:solidFill>
                  <a:srgbClr val="61233E"/>
                </a:solidFill>
                <a:latin typeface="Arial"/>
                <a:ea typeface="Arial"/>
                <a:cs typeface="Arial"/>
              </a:defRPr>
            </a:lvl8pPr>
            <a:lvl9pPr>
              <a:defRPr sz="2025" b="0">
                <a:solidFill>
                  <a:srgbClr val="61233E"/>
                </a:solidFill>
                <a:latin typeface="Arial"/>
                <a:ea typeface="Arial"/>
                <a:cs typeface="Arial"/>
              </a:defRPr>
            </a:lvl9pPr>
          </a:lstStyle>
          <a:p xmlns:a="http://schemas.openxmlformats.org/drawingml/2006/main">
            <a:pPr>
              <a:defRPr sz="2025" b="0">
                <a:solidFill>
                  <a:srgbClr val="61233E"/>
                </a:solidFill>
                <a:latin typeface="Arial"/>
                <a:ea typeface="Arial"/>
                <a:cs typeface="Arial"/>
              </a:defRPr>
            </a:pPr>
            <a:r>
              <a:rPr sz="2025" b="0">
                <a:solidFill>
                  <a:srgbClr val="61233E"/>
                </a:solidFill>
                <a:latin typeface="Arial"/>
                <a:ea typeface="Arial"/>
                <a:cs typeface="Arial"/>
              </a:rPr>
              <a:t>Thiếu xác nhận bị chặn. Hoàn đủ thì đơn rời danh sách chờ.</a:t>
            </a:r>
          </a:p>
        </p:txBody>
      </p:sp>
      <p:sp>
        <p:nvSpPr>
          <p:cNvPr id="8" name="">
            <a:extLst xmlns:a="http://schemas.openxmlformats.org/drawingml/2006/main">
              <a:ext uri="{FF2B5EF4-FFF2-40B4-BE49-F238E27FC236}">
                <a16:creationId xmlns:a16="http://schemas.microsoft.com/office/drawing/2014/main" id="{E9E344E5-A67A-45A5-9C90-92A491297ACA}"/>
              </a:ext>
            </a:extLst>
          </p:cNvPr>
          <p:cNvSpPr>
            <a:spLocks xmlns:a="http://schemas.openxmlformats.org/drawingml/2006/main" noGrp="1"/>
          </p:cNvSpPr>
          <p:nvPr/>
        </p:nvSpPr>
        <p:spPr>
          <a:xfrm xmlns:a="http://schemas.openxmlformats.org/drawingml/2006/main">
            <a:off x="1066800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8667C"/>
                </a:solidFill>
                <a:latin typeface="Arial"/>
                <a:ea typeface="Arial"/>
                <a:cs typeface="Arial"/>
              </a:defRPr>
            </a:defPPr>
            <a:lvl1pPr>
              <a:defRPr sz="1200" b="0">
                <a:solidFill>
                  <a:srgbClr val="98667C"/>
                </a:solidFill>
                <a:latin typeface="Arial"/>
                <a:ea typeface="Arial"/>
                <a:cs typeface="Arial"/>
              </a:defRPr>
            </a:lvl1pPr>
            <a:lvl2pPr>
              <a:defRPr sz="1200" b="0">
                <a:solidFill>
                  <a:srgbClr val="98667C"/>
                </a:solidFill>
                <a:latin typeface="Arial"/>
                <a:ea typeface="Arial"/>
                <a:cs typeface="Arial"/>
              </a:defRPr>
            </a:lvl2pPr>
            <a:lvl3pPr>
              <a:defRPr sz="1200" b="0">
                <a:solidFill>
                  <a:srgbClr val="98667C"/>
                </a:solidFill>
                <a:latin typeface="Arial"/>
                <a:ea typeface="Arial"/>
                <a:cs typeface="Arial"/>
              </a:defRPr>
            </a:lvl3pPr>
            <a:lvl4pPr>
              <a:defRPr sz="1200" b="0">
                <a:solidFill>
                  <a:srgbClr val="98667C"/>
                </a:solidFill>
                <a:latin typeface="Arial"/>
                <a:ea typeface="Arial"/>
                <a:cs typeface="Arial"/>
              </a:defRPr>
            </a:lvl4pPr>
            <a:lvl5pPr>
              <a:defRPr sz="1200" b="0">
                <a:solidFill>
                  <a:srgbClr val="98667C"/>
                </a:solidFill>
                <a:latin typeface="Arial"/>
                <a:ea typeface="Arial"/>
                <a:cs typeface="Arial"/>
              </a:defRPr>
            </a:lvl5pPr>
            <a:lvl6pPr>
              <a:defRPr sz="1200" b="0">
                <a:solidFill>
                  <a:srgbClr val="98667C"/>
                </a:solidFill>
                <a:latin typeface="Arial"/>
                <a:ea typeface="Arial"/>
                <a:cs typeface="Arial"/>
              </a:defRPr>
            </a:lvl6pPr>
            <a:lvl7pPr>
              <a:defRPr sz="1200" b="0">
                <a:solidFill>
                  <a:srgbClr val="98667C"/>
                </a:solidFill>
                <a:latin typeface="Arial"/>
                <a:ea typeface="Arial"/>
                <a:cs typeface="Arial"/>
              </a:defRPr>
            </a:lvl7pPr>
            <a:lvl8pPr>
              <a:defRPr sz="1200" b="0">
                <a:solidFill>
                  <a:srgbClr val="98667C"/>
                </a:solidFill>
                <a:latin typeface="Arial"/>
                <a:ea typeface="Arial"/>
                <a:cs typeface="Arial"/>
              </a:defRPr>
            </a:lvl8pPr>
            <a:lvl9pPr>
              <a:defRPr sz="1200" b="0">
                <a:solidFill>
                  <a:srgbClr val="98667C"/>
                </a:solidFill>
                <a:latin typeface="Arial"/>
                <a:ea typeface="Arial"/>
                <a:cs typeface="Arial"/>
              </a:defRPr>
            </a:lvl9pPr>
          </a:lstStyle>
          <a:p xmlns:a="http://schemas.openxmlformats.org/drawingml/2006/main">
            <a:pPr>
              <a:defRPr sz="1200" b="0">
                <a:solidFill>
                  <a:srgbClr val="98667C"/>
                </a:solidFill>
                <a:latin typeface="Arial"/>
                <a:ea typeface="Arial"/>
                <a:cs typeface="Arial"/>
              </a:defRPr>
            </a:pPr>
            <a:r>
              <a:rPr sz="1200" b="0">
                <a:solidFill>
                  <a:srgbClr val="98667C"/>
                </a:solidFill>
                <a:latin typeface="Arial"/>
                <a:ea typeface="Arial"/>
                <a:cs typeface="Arial"/>
              </a:rPr>
              <a:t>4 / 4</a:t>
            </a:r>
          </a:p>
        </p:txBody>
      </p:sp>
    </p:spTree>
    <p:extLst>
      <p:ext uri="{BB962C8B-B14F-4D97-AF65-F5344CB8AC3E}">
        <p14:creationId xmlns:p14="http://schemas.microsoft.com/office/powerpoint/2010/main" val="426096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2026-10-29T14:34:40.6670000Z</dcterms:created>
  <dcterms:modified xsi:type="dcterms:W3CDTF">2026-10-29T14:34:40.6680000Z</dcterms:modified>
</coreProperties>
</file>